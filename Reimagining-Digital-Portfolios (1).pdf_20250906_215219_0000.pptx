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1430000" cy="8572500"/>
  <p:notesSz cx="6858000" cy="9144000"/>
  <p:embeddedFontLst>
    <p:embeddedFont>
      <p:font typeface="Inter" charset="1" panose="020B0502030000000004"/>
      <p:regular r:id="rId17"/>
    </p:embeddedFont>
    <p:embeddedFont>
      <p:font typeface="Inter Bold" charset="1" panose="020B0802030000000004"/>
      <p:regular r:id="rId18"/>
    </p:embeddedFont>
    <p:embeddedFont>
      <p:font typeface="Inter Light" charset="1" panose="02000503000000020004"/>
      <p:regular r:id="rId19"/>
    </p:embeddedFont>
    <p:embeddedFont>
      <p:font typeface="Inter Semi-Bold" charset="1" panose="0200050300000002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2.png" Type="http://schemas.openxmlformats.org/officeDocument/2006/relationships/image"/><Relationship Id="rId2" Target="../media/image6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jpeg" Type="http://schemas.openxmlformats.org/officeDocument/2006/relationships/image"/><Relationship Id="rId4" Target="../media/image21.jpeg" Type="http://schemas.openxmlformats.org/officeDocument/2006/relationships/image"/><Relationship Id="rId5" Target="../media/image22.jpeg" Type="http://schemas.openxmlformats.org/officeDocument/2006/relationships/image"/><Relationship Id="rId6" Target="../media/image23.jpeg" Type="http://schemas.openxmlformats.org/officeDocument/2006/relationships/image"/><Relationship Id="rId7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2.png" Type="http://schemas.openxmlformats.org/officeDocument/2006/relationships/image"/><Relationship Id="rId6" Target="https://github.com/your-repo-link-here" TargetMode="External" Type="http://schemas.openxmlformats.org/officeDocument/2006/relationships/hyperlink"/><Relationship Id="rId7" Target="https://www.gamma.app/example-portfolio-live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4886" y="2658230"/>
            <a:ext cx="10280228" cy="294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Degital portfolio</a:t>
            </a:r>
          </a:p>
          <a:p>
            <a:pPr algn="ctr">
              <a:lnSpc>
                <a:spcPts val="2380"/>
              </a:lnSpc>
            </a:pPr>
          </a:p>
          <a:p>
            <a:pPr algn="ctr">
              <a:lnSpc>
                <a:spcPts val="2380"/>
              </a:lnSpc>
            </a:pPr>
          </a:p>
          <a:p>
            <a:pPr algn="ctr">
              <a:lnSpc>
                <a:spcPts val="2380"/>
              </a:lnSpc>
            </a:pP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Name : </a:t>
            </a:r>
            <a:r>
              <a:rPr lang="en-US" sz="1700">
                <a:solidFill>
                  <a:srgbClr val="FF66C4"/>
                </a:solidFill>
                <a:latin typeface="Inter"/>
                <a:ea typeface="Inter"/>
                <a:cs typeface="Inter"/>
                <a:sym typeface="Inter"/>
              </a:rPr>
              <a:t>Rathi. K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B0A24"/>
                </a:solidFill>
                <a:latin typeface="Inter"/>
                <a:ea typeface="Inter"/>
                <a:cs typeface="Inter"/>
                <a:sym typeface="Inter"/>
              </a:rPr>
              <a:t>                         Register Number : </a:t>
            </a:r>
            <a:r>
              <a:rPr lang="en-US" sz="1700">
                <a:solidFill>
                  <a:srgbClr val="FF66C4"/>
                </a:solidFill>
                <a:latin typeface="Inter"/>
                <a:ea typeface="Inter"/>
                <a:cs typeface="Inter"/>
                <a:sym typeface="Inter"/>
              </a:rPr>
              <a:t>2422K2331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B0A24"/>
                </a:solidFill>
                <a:latin typeface="Inter"/>
                <a:ea typeface="Inter"/>
                <a:cs typeface="Inter"/>
                <a:sym typeface="Inter"/>
              </a:rPr>
              <a:t>                                                          Nm id : </a:t>
            </a:r>
            <a:r>
              <a:rPr lang="en-US" sz="1700">
                <a:solidFill>
                  <a:srgbClr val="FF66C4"/>
                </a:solidFill>
                <a:latin typeface="Inter"/>
                <a:ea typeface="Inter"/>
                <a:cs typeface="Inter"/>
                <a:sym typeface="Inter"/>
              </a:rPr>
              <a:t>C8515B8F6EAF0F780F849A779BDC2752</a:t>
            </a:r>
          </a:p>
          <a:p>
            <a:pPr algn="ctr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      </a:t>
            </a: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Department:</a:t>
            </a:r>
            <a:r>
              <a:rPr lang="en-US" sz="1700">
                <a:solidFill>
                  <a:srgbClr val="FF66C4"/>
                </a:solidFill>
                <a:latin typeface="Inter"/>
                <a:ea typeface="Inter"/>
                <a:cs typeface="Inter"/>
                <a:sym typeface="Inter"/>
              </a:rPr>
              <a:t>Computer Science</a:t>
            </a:r>
          </a:p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                                                                       College : </a:t>
            </a:r>
            <a:r>
              <a:rPr lang="en-US" sz="1700">
                <a:solidFill>
                  <a:srgbClr val="FF66C4"/>
                </a:solidFill>
                <a:latin typeface="Inter"/>
                <a:ea typeface="Inter"/>
                <a:cs typeface="Inter"/>
                <a:sym typeface="Inter"/>
              </a:rPr>
              <a:t>Government Arts&amp;Science College Modakkurichi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413449" y="376742"/>
            <a:ext cx="11430000" cy="8572500"/>
            <a:chOff x="0" y="0"/>
            <a:chExt cx="11430000" cy="857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572246"/>
              <a:ext cx="11430000" cy="254"/>
            </a:xfrm>
            <a:custGeom>
              <a:avLst/>
              <a:gdLst/>
              <a:ahLst/>
              <a:cxnLst/>
              <a:rect r="r" b="b" t="t" l="l"/>
              <a:pathLst>
                <a:path h="254" w="11430000">
                  <a:moveTo>
                    <a:pt x="0" y="0"/>
                  </a:moveTo>
                  <a:lnTo>
                    <a:pt x="0" y="254"/>
                  </a:lnTo>
                  <a:lnTo>
                    <a:pt x="11430000" y="254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257"/>
            <a:ext cx="4286250" cy="8572243"/>
          </a:xfrm>
          <a:custGeom>
            <a:avLst/>
            <a:gdLst/>
            <a:ahLst/>
            <a:cxnLst/>
            <a:rect r="r" b="b" t="t" l="l"/>
            <a:pathLst>
              <a:path h="8572243" w="4286250">
                <a:moveTo>
                  <a:pt x="0" y="0"/>
                </a:moveTo>
                <a:lnTo>
                  <a:pt x="4286250" y="0"/>
                </a:lnTo>
                <a:lnTo>
                  <a:pt x="4286250" y="8572243"/>
                </a:lnTo>
                <a:lnTo>
                  <a:pt x="0" y="8572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80245" y="8059674"/>
            <a:ext cx="1754505" cy="419100"/>
          </a:xfrm>
          <a:custGeom>
            <a:avLst/>
            <a:gdLst/>
            <a:ahLst/>
            <a:cxnLst/>
            <a:rect r="r" b="b" t="t" l="l"/>
            <a:pathLst>
              <a:path h="419100" w="1754505">
                <a:moveTo>
                  <a:pt x="0" y="0"/>
                </a:moveTo>
                <a:lnTo>
                  <a:pt x="1754505" y="0"/>
                </a:lnTo>
                <a:lnTo>
                  <a:pt x="17545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56149" y="2591000"/>
            <a:ext cx="5659650" cy="754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7"/>
              </a:lnSpc>
            </a:pPr>
            <a:r>
              <a:rPr lang="en-US" b="true" sz="481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Reimagining Digital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07661" y="3353000"/>
            <a:ext cx="2773594" cy="754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7"/>
              </a:lnSpc>
            </a:pPr>
            <a:r>
              <a:rPr lang="en-US" b="true" sz="481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tfolios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067836" y="4205792"/>
            <a:ext cx="50778" cy="38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72202" y="4329617"/>
            <a:ext cx="5890708" cy="260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9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Traditional portfolios oftenlack thedynamismandengagementrequired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016551" y="4615367"/>
            <a:ext cx="5800277" cy="1394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99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totruly captivatean audience intoday's fast-paceddigitallandscape. They can be static, difficult to update, and failtoconveythedepthand</a:t>
            </a:r>
          </a:p>
          <a:p>
            <a:pPr algn="ctr">
              <a:lnSpc>
                <a:spcPts val="2399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scope of one's creative or professional journey.Thisprojectaddresses</a:t>
            </a:r>
          </a:p>
          <a:p>
            <a:pPr algn="ctr">
              <a:lnSpc>
                <a:spcPts val="2099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the urgent need for a more interactive and compellingwaytopresent</a:t>
            </a:r>
          </a:p>
          <a:p>
            <a:pPr algn="ctr">
              <a:lnSpc>
                <a:spcPts val="2399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one's work.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88550" y="1040390"/>
            <a:ext cx="5842695" cy="672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AGANDA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Problem statemen </a:t>
            </a: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﻿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Project overview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End user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Tools and Technology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Protfolio design and layout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Features and Functionality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Results and Screenshot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</a:p>
          <a:p>
            <a:pPr algn="ctr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Github link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524187" y="1806569"/>
            <a:ext cx="11430000" cy="8572500"/>
            <a:chOff x="0" y="0"/>
            <a:chExt cx="11430000" cy="857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572246"/>
              <a:ext cx="11430000" cy="254"/>
            </a:xfrm>
            <a:custGeom>
              <a:avLst/>
              <a:gdLst/>
              <a:ahLst/>
              <a:cxnLst/>
              <a:rect r="r" b="b" t="t" l="l"/>
              <a:pathLst>
                <a:path h="254" w="11430000">
                  <a:moveTo>
                    <a:pt x="0" y="0"/>
                  </a:moveTo>
                  <a:lnTo>
                    <a:pt x="0" y="254"/>
                  </a:lnTo>
                  <a:lnTo>
                    <a:pt x="11430000" y="254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7143750" y="257"/>
            <a:ext cx="4286250" cy="8572243"/>
          </a:xfrm>
          <a:custGeom>
            <a:avLst/>
            <a:gdLst/>
            <a:ahLst/>
            <a:cxnLst/>
            <a:rect r="r" b="b" t="t" l="l"/>
            <a:pathLst>
              <a:path h="8572243" w="4286250">
                <a:moveTo>
                  <a:pt x="0" y="0"/>
                </a:moveTo>
                <a:lnTo>
                  <a:pt x="4286250" y="0"/>
                </a:lnTo>
                <a:lnTo>
                  <a:pt x="4286250" y="8572243"/>
                </a:lnTo>
                <a:lnTo>
                  <a:pt x="0" y="8572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5622" y="3013072"/>
            <a:ext cx="6032497" cy="3079747"/>
          </a:xfrm>
          <a:custGeom>
            <a:avLst/>
            <a:gdLst/>
            <a:ahLst/>
            <a:cxnLst/>
            <a:rect r="r" b="b" t="t" l="l"/>
            <a:pathLst>
              <a:path h="3079747" w="6032497">
                <a:moveTo>
                  <a:pt x="0" y="0"/>
                </a:moveTo>
                <a:lnTo>
                  <a:pt x="6032497" y="0"/>
                </a:lnTo>
                <a:lnTo>
                  <a:pt x="6032497" y="3079747"/>
                </a:lnTo>
                <a:lnTo>
                  <a:pt x="0" y="307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80245" y="8059674"/>
            <a:ext cx="1754505" cy="419100"/>
          </a:xfrm>
          <a:custGeom>
            <a:avLst/>
            <a:gdLst/>
            <a:ahLst/>
            <a:cxnLst/>
            <a:rect r="r" b="b" t="t" l="l"/>
            <a:pathLst>
              <a:path h="419100" w="1754505">
                <a:moveTo>
                  <a:pt x="0" y="0"/>
                </a:moveTo>
                <a:lnTo>
                  <a:pt x="1754505" y="0"/>
                </a:lnTo>
                <a:lnTo>
                  <a:pt x="17545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20163" y="2520629"/>
            <a:ext cx="5737593" cy="39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b="true" sz="226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Project Overview: The Dynamic Showcase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4731" y="3579695"/>
            <a:ext cx="1319489" cy="25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Innovative Concept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1807" y="3841528"/>
            <a:ext cx="33004" cy="2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4731" y="5208470"/>
            <a:ext cx="1575626" cy="25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Enhanced Engagement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8949" y="5470303"/>
            <a:ext cx="33004" cy="2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53888" y="3579695"/>
            <a:ext cx="1430036" cy="25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Seamless Integration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54446" y="3841528"/>
            <a:ext cx="33004" cy="2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4731" y="3898678"/>
            <a:ext cx="2697480" cy="54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Aresponsive,multi-format digital portfolio designed to articulate individual skills and projects with unparalleled clarity and visual appeal.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44731" y="5527453"/>
            <a:ext cx="5714905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Employsinteractiveelementsand compelling visual narratives to significantly boost audience retention and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44731" y="5717953"/>
            <a:ext cx="863146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comprehension.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753888" y="3898678"/>
            <a:ext cx="2303850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Connectsdiverseproject types, from code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753888" y="4089178"/>
            <a:ext cx="2689431" cy="35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repositories to graphic designs, ensuring a unified and coherent presentation across all platforms.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257"/>
            <a:ext cx="11430000" cy="8572500"/>
            <a:chOff x="0" y="0"/>
            <a:chExt cx="11430000" cy="857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572246"/>
              <a:ext cx="11430000" cy="254"/>
            </a:xfrm>
            <a:custGeom>
              <a:avLst/>
              <a:gdLst/>
              <a:ahLst/>
              <a:cxnLst/>
              <a:rect r="r" b="b" t="t" l="l"/>
              <a:pathLst>
                <a:path h="254" w="11430000">
                  <a:moveTo>
                    <a:pt x="0" y="0"/>
                  </a:moveTo>
                  <a:lnTo>
                    <a:pt x="0" y="254"/>
                  </a:lnTo>
                  <a:lnTo>
                    <a:pt x="11430000" y="254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257"/>
            <a:ext cx="4286250" cy="8572243"/>
          </a:xfrm>
          <a:custGeom>
            <a:avLst/>
            <a:gdLst/>
            <a:ahLst/>
            <a:cxnLst/>
            <a:rect r="r" b="b" t="t" l="l"/>
            <a:pathLst>
              <a:path h="8572243" w="4286250">
                <a:moveTo>
                  <a:pt x="0" y="0"/>
                </a:moveTo>
                <a:lnTo>
                  <a:pt x="4286250" y="0"/>
                </a:lnTo>
                <a:lnTo>
                  <a:pt x="4286250" y="8572243"/>
                </a:lnTo>
                <a:lnTo>
                  <a:pt x="0" y="8572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35471" y="3159147"/>
            <a:ext cx="427558" cy="427482"/>
          </a:xfrm>
          <a:custGeom>
            <a:avLst/>
            <a:gdLst/>
            <a:ahLst/>
            <a:cxnLst/>
            <a:rect r="r" b="b" t="t" l="l"/>
            <a:pathLst>
              <a:path h="427482" w="427558">
                <a:moveTo>
                  <a:pt x="0" y="0"/>
                </a:moveTo>
                <a:lnTo>
                  <a:pt x="427558" y="0"/>
                </a:lnTo>
                <a:lnTo>
                  <a:pt x="427558" y="427482"/>
                </a:lnTo>
                <a:lnTo>
                  <a:pt x="0" y="4274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875609" y="5540350"/>
            <a:ext cx="347367" cy="427577"/>
          </a:xfrm>
          <a:custGeom>
            <a:avLst/>
            <a:gdLst/>
            <a:ahLst/>
            <a:cxnLst/>
            <a:rect r="r" b="b" t="t" l="l"/>
            <a:pathLst>
              <a:path h="427577" w="347367">
                <a:moveTo>
                  <a:pt x="0" y="0"/>
                </a:moveTo>
                <a:lnTo>
                  <a:pt x="347368" y="0"/>
                </a:lnTo>
                <a:lnTo>
                  <a:pt x="347368" y="427577"/>
                </a:lnTo>
                <a:lnTo>
                  <a:pt x="0" y="42757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35395" y="2085575"/>
            <a:ext cx="427682" cy="383905"/>
          </a:xfrm>
          <a:custGeom>
            <a:avLst/>
            <a:gdLst/>
            <a:ahLst/>
            <a:cxnLst/>
            <a:rect r="r" b="b" t="t" l="l"/>
            <a:pathLst>
              <a:path h="383905" w="427682">
                <a:moveTo>
                  <a:pt x="0" y="0"/>
                </a:moveTo>
                <a:lnTo>
                  <a:pt x="427682" y="0"/>
                </a:lnTo>
                <a:lnTo>
                  <a:pt x="427682" y="383905"/>
                </a:lnTo>
                <a:lnTo>
                  <a:pt x="0" y="38390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35462" y="4459796"/>
            <a:ext cx="427844" cy="397916"/>
          </a:xfrm>
          <a:custGeom>
            <a:avLst/>
            <a:gdLst/>
            <a:ahLst/>
            <a:cxnLst/>
            <a:rect r="r" b="b" t="t" l="l"/>
            <a:pathLst>
              <a:path h="397916" w="427844">
                <a:moveTo>
                  <a:pt x="0" y="0"/>
                </a:moveTo>
                <a:lnTo>
                  <a:pt x="427843" y="0"/>
                </a:lnTo>
                <a:lnTo>
                  <a:pt x="427843" y="397916"/>
                </a:lnTo>
                <a:lnTo>
                  <a:pt x="0" y="3979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580245" y="8059674"/>
            <a:ext cx="1754505" cy="419100"/>
          </a:xfrm>
          <a:custGeom>
            <a:avLst/>
            <a:gdLst/>
            <a:ahLst/>
            <a:cxnLst/>
            <a:rect r="r" b="b" t="t" l="l"/>
            <a:pathLst>
              <a:path h="419100" w="1754505">
                <a:moveTo>
                  <a:pt x="0" y="0"/>
                </a:moveTo>
                <a:lnTo>
                  <a:pt x="1754505" y="0"/>
                </a:lnTo>
                <a:lnTo>
                  <a:pt x="17545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906413" y="1577654"/>
            <a:ext cx="4849120" cy="1174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b="true" sz="226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Who Benefits? Our Target Audience</a:t>
            </a:r>
          </a:p>
          <a:p>
            <a:pPr algn="l">
              <a:lnSpc>
                <a:spcPts val="2111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Recruitment Specialists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906413" y="3589220"/>
            <a:ext cx="1313602" cy="25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Prospective Clients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273173" y="3851053"/>
            <a:ext cx="33004" cy="2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06413" y="4865570"/>
            <a:ext cx="1518495" cy="25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Industry Collaborators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297996" y="5127403"/>
            <a:ext cx="33004" cy="2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06413" y="5960945"/>
            <a:ext cx="1525943" cy="25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Aspiring Professionals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361137" y="6222778"/>
            <a:ext cx="33004" cy="2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418096" y="2755678"/>
            <a:ext cx="33004" cy="2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06413" y="2831878"/>
            <a:ext cx="5577983" cy="15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Efficientlyreviewcandidates'work, gaining quick insights into their capabilities and project contributions.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06413" y="3908203"/>
            <a:ext cx="5786857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Clearlyseepastsuccesses and creative approaches, building confidence in our ability to deliver exceptional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06413" y="4089178"/>
            <a:ext cx="388668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results.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06413" y="5203603"/>
            <a:ext cx="5848474" cy="15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Explorepotentialsynergiesbyunderstanding our unique specialisms and collaborative project methodologies.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06413" y="6203728"/>
            <a:ext cx="5478447" cy="25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Serve asan inspirational example of how to effectively curate and showcase their own emerging talent.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95110" y="6518053"/>
            <a:ext cx="5873553" cy="25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Our digital portfolio is crafted to resonate with a diverse professional audience, ensuring maximum impact and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88991" y="6860953"/>
            <a:ext cx="1571263" cy="9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accessibility for every viewer.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257"/>
            <a:ext cx="11430000" cy="8572500"/>
            <a:chOff x="0" y="0"/>
            <a:chExt cx="11430000" cy="857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572246"/>
              <a:ext cx="11430000" cy="254"/>
            </a:xfrm>
            <a:custGeom>
              <a:avLst/>
              <a:gdLst/>
              <a:ahLst/>
              <a:cxnLst/>
              <a:rect r="r" b="b" t="t" l="l"/>
              <a:pathLst>
                <a:path h="254" w="11430000">
                  <a:moveTo>
                    <a:pt x="0" y="0"/>
                  </a:moveTo>
                  <a:lnTo>
                    <a:pt x="0" y="254"/>
                  </a:lnTo>
                  <a:lnTo>
                    <a:pt x="11430000" y="254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19125" y="2781300"/>
            <a:ext cx="3219450" cy="3228975"/>
            <a:chOff x="0" y="0"/>
            <a:chExt cx="4292600" cy="4305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92600" cy="4305300"/>
            </a:xfrm>
            <a:custGeom>
              <a:avLst/>
              <a:gdLst/>
              <a:ahLst/>
              <a:cxnLst/>
              <a:rect r="r" b="b" t="t" l="l"/>
              <a:pathLst>
                <a:path h="4305300" w="4292600">
                  <a:moveTo>
                    <a:pt x="53467" y="0"/>
                  </a:moveTo>
                  <a:cubicBezTo>
                    <a:pt x="38735" y="0"/>
                    <a:pt x="26162" y="5334"/>
                    <a:pt x="15748" y="15748"/>
                  </a:cubicBezTo>
                  <a:cubicBezTo>
                    <a:pt x="5334" y="26162"/>
                    <a:pt x="0" y="38862"/>
                    <a:pt x="0" y="53721"/>
                  </a:cubicBezTo>
                  <a:lnTo>
                    <a:pt x="0" y="4251579"/>
                  </a:lnTo>
                  <a:cubicBezTo>
                    <a:pt x="0" y="4266438"/>
                    <a:pt x="5207" y="4279138"/>
                    <a:pt x="15748" y="4289552"/>
                  </a:cubicBezTo>
                  <a:cubicBezTo>
                    <a:pt x="26289" y="4299965"/>
                    <a:pt x="38862" y="4305300"/>
                    <a:pt x="53721" y="4305300"/>
                  </a:cubicBezTo>
                  <a:lnTo>
                    <a:pt x="4238879" y="4305300"/>
                  </a:lnTo>
                  <a:cubicBezTo>
                    <a:pt x="4253738" y="4305300"/>
                    <a:pt x="4266438" y="4300093"/>
                    <a:pt x="4276852" y="4289552"/>
                  </a:cubicBezTo>
                  <a:cubicBezTo>
                    <a:pt x="4287265" y="4279011"/>
                    <a:pt x="4292600" y="4266438"/>
                    <a:pt x="4292600" y="4251579"/>
                  </a:cubicBezTo>
                  <a:lnTo>
                    <a:pt x="4292600" y="53721"/>
                  </a:lnTo>
                  <a:cubicBezTo>
                    <a:pt x="4292600" y="38862"/>
                    <a:pt x="4287393" y="26162"/>
                    <a:pt x="4276852" y="15748"/>
                  </a:cubicBezTo>
                  <a:cubicBezTo>
                    <a:pt x="4266311" y="5334"/>
                    <a:pt x="4253865" y="0"/>
                    <a:pt x="423913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803897" y="2717797"/>
            <a:ext cx="5079997" cy="3155947"/>
            <a:chOff x="0" y="0"/>
            <a:chExt cx="5080000" cy="3155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72898" y="72898"/>
              <a:ext cx="4934204" cy="914654"/>
            </a:xfrm>
            <a:custGeom>
              <a:avLst/>
              <a:gdLst/>
              <a:ahLst/>
              <a:cxnLst/>
              <a:rect r="r" b="b" t="t" l="l"/>
              <a:pathLst>
                <a:path h="914654" w="4934204">
                  <a:moveTo>
                    <a:pt x="127" y="883793"/>
                  </a:moveTo>
                  <a:lnTo>
                    <a:pt x="127" y="30861"/>
                  </a:lnTo>
                  <a:cubicBezTo>
                    <a:pt x="127" y="26797"/>
                    <a:pt x="889" y="22860"/>
                    <a:pt x="2413" y="19050"/>
                  </a:cubicBezTo>
                  <a:cubicBezTo>
                    <a:pt x="3937" y="15240"/>
                    <a:pt x="6223" y="11938"/>
                    <a:pt x="9144" y="9017"/>
                  </a:cubicBezTo>
                  <a:cubicBezTo>
                    <a:pt x="12065" y="6096"/>
                    <a:pt x="15367" y="3937"/>
                    <a:pt x="19177" y="2286"/>
                  </a:cubicBezTo>
                  <a:cubicBezTo>
                    <a:pt x="22987" y="635"/>
                    <a:pt x="26924" y="0"/>
                    <a:pt x="30988" y="0"/>
                  </a:cubicBezTo>
                  <a:lnTo>
                    <a:pt x="4903343" y="0"/>
                  </a:lnTo>
                  <a:cubicBezTo>
                    <a:pt x="4907407" y="0"/>
                    <a:pt x="4911344" y="762"/>
                    <a:pt x="4915154" y="2286"/>
                  </a:cubicBezTo>
                  <a:cubicBezTo>
                    <a:pt x="4918964" y="3810"/>
                    <a:pt x="4922266" y="6096"/>
                    <a:pt x="4925187" y="9017"/>
                  </a:cubicBezTo>
                  <a:cubicBezTo>
                    <a:pt x="4928108" y="11938"/>
                    <a:pt x="4930267" y="15240"/>
                    <a:pt x="4931918" y="19050"/>
                  </a:cubicBezTo>
                  <a:cubicBezTo>
                    <a:pt x="4933569" y="22860"/>
                    <a:pt x="4934204" y="26797"/>
                    <a:pt x="4934204" y="30861"/>
                  </a:cubicBezTo>
                  <a:lnTo>
                    <a:pt x="4934204" y="883793"/>
                  </a:lnTo>
                  <a:cubicBezTo>
                    <a:pt x="4934204" y="887857"/>
                    <a:pt x="4933442" y="891794"/>
                    <a:pt x="4931918" y="895604"/>
                  </a:cubicBezTo>
                  <a:cubicBezTo>
                    <a:pt x="4930394" y="899414"/>
                    <a:pt x="4928108" y="902716"/>
                    <a:pt x="4925187" y="905637"/>
                  </a:cubicBezTo>
                  <a:cubicBezTo>
                    <a:pt x="4922266" y="908558"/>
                    <a:pt x="4918964" y="910717"/>
                    <a:pt x="4915154" y="912241"/>
                  </a:cubicBezTo>
                  <a:cubicBezTo>
                    <a:pt x="4911344" y="913765"/>
                    <a:pt x="4907407" y="914654"/>
                    <a:pt x="4903343" y="914654"/>
                  </a:cubicBezTo>
                  <a:lnTo>
                    <a:pt x="30861" y="914654"/>
                  </a:lnTo>
                  <a:cubicBezTo>
                    <a:pt x="26797" y="914654"/>
                    <a:pt x="22860" y="913892"/>
                    <a:pt x="19050" y="912241"/>
                  </a:cubicBezTo>
                  <a:cubicBezTo>
                    <a:pt x="15240" y="910590"/>
                    <a:pt x="11938" y="908431"/>
                    <a:pt x="9017" y="905637"/>
                  </a:cubicBezTo>
                  <a:cubicBezTo>
                    <a:pt x="6096" y="902843"/>
                    <a:pt x="3937" y="899414"/>
                    <a:pt x="2286" y="895604"/>
                  </a:cubicBezTo>
                  <a:cubicBezTo>
                    <a:pt x="635" y="891794"/>
                    <a:pt x="0" y="887857"/>
                    <a:pt x="0" y="883793"/>
                  </a:cubicBezTo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500" y="63500"/>
              <a:ext cx="4953000" cy="933450"/>
            </a:xfrm>
            <a:custGeom>
              <a:avLst/>
              <a:gdLst/>
              <a:ahLst/>
              <a:cxnLst/>
              <a:rect r="r" b="b" t="t" l="l"/>
              <a:pathLst>
                <a:path h="933450" w="4953000">
                  <a:moveTo>
                    <a:pt x="0" y="893191"/>
                  </a:moveTo>
                  <a:lnTo>
                    <a:pt x="0" y="40259"/>
                  </a:lnTo>
                  <a:lnTo>
                    <a:pt x="9525" y="40259"/>
                  </a:lnTo>
                  <a:lnTo>
                    <a:pt x="0" y="40259"/>
                  </a:lnTo>
                  <a:cubicBezTo>
                    <a:pt x="0" y="34925"/>
                    <a:pt x="1016" y="29718"/>
                    <a:pt x="3048" y="24892"/>
                  </a:cubicBezTo>
                  <a:lnTo>
                    <a:pt x="11811" y="28575"/>
                  </a:lnTo>
                  <a:lnTo>
                    <a:pt x="3048" y="24892"/>
                  </a:lnTo>
                  <a:cubicBezTo>
                    <a:pt x="5080" y="19939"/>
                    <a:pt x="8001" y="15621"/>
                    <a:pt x="11811" y="11811"/>
                  </a:cubicBezTo>
                  <a:lnTo>
                    <a:pt x="18542" y="18542"/>
                  </a:lnTo>
                  <a:lnTo>
                    <a:pt x="11811" y="11811"/>
                  </a:lnTo>
                  <a:cubicBezTo>
                    <a:pt x="15621" y="8001"/>
                    <a:pt x="19939" y="5080"/>
                    <a:pt x="24892" y="3048"/>
                  </a:cubicBezTo>
                  <a:lnTo>
                    <a:pt x="24892" y="3048"/>
                  </a:lnTo>
                  <a:lnTo>
                    <a:pt x="24892" y="3048"/>
                  </a:lnTo>
                  <a:cubicBezTo>
                    <a:pt x="29845" y="1016"/>
                    <a:pt x="35052" y="0"/>
                    <a:pt x="40259" y="0"/>
                  </a:cubicBezTo>
                  <a:lnTo>
                    <a:pt x="40259" y="9525"/>
                  </a:lnTo>
                  <a:lnTo>
                    <a:pt x="40259" y="0"/>
                  </a:lnTo>
                  <a:lnTo>
                    <a:pt x="4912741" y="0"/>
                  </a:lnTo>
                  <a:lnTo>
                    <a:pt x="4912741" y="9525"/>
                  </a:lnTo>
                  <a:lnTo>
                    <a:pt x="4912741" y="0"/>
                  </a:lnTo>
                  <a:cubicBezTo>
                    <a:pt x="4918075" y="0"/>
                    <a:pt x="4923282" y="1016"/>
                    <a:pt x="4928108" y="3048"/>
                  </a:cubicBezTo>
                  <a:lnTo>
                    <a:pt x="4928108" y="3048"/>
                  </a:lnTo>
                  <a:lnTo>
                    <a:pt x="4928108" y="3048"/>
                  </a:lnTo>
                  <a:cubicBezTo>
                    <a:pt x="4933061" y="5080"/>
                    <a:pt x="4937379" y="8001"/>
                    <a:pt x="4941189" y="11811"/>
                  </a:cubicBezTo>
                  <a:lnTo>
                    <a:pt x="4934458" y="18542"/>
                  </a:lnTo>
                  <a:lnTo>
                    <a:pt x="4941189" y="11811"/>
                  </a:lnTo>
                  <a:cubicBezTo>
                    <a:pt x="4944999" y="15621"/>
                    <a:pt x="4947920" y="19939"/>
                    <a:pt x="4949952" y="24892"/>
                  </a:cubicBezTo>
                  <a:lnTo>
                    <a:pt x="4941189" y="28575"/>
                  </a:lnTo>
                  <a:lnTo>
                    <a:pt x="4949952" y="24892"/>
                  </a:lnTo>
                  <a:cubicBezTo>
                    <a:pt x="4951984" y="29845"/>
                    <a:pt x="4953000" y="34925"/>
                    <a:pt x="4953000" y="40259"/>
                  </a:cubicBezTo>
                  <a:lnTo>
                    <a:pt x="4943475" y="40259"/>
                  </a:lnTo>
                  <a:lnTo>
                    <a:pt x="4953000" y="40259"/>
                  </a:lnTo>
                  <a:lnTo>
                    <a:pt x="4953000" y="893191"/>
                  </a:lnTo>
                  <a:lnTo>
                    <a:pt x="4943475" y="893191"/>
                  </a:lnTo>
                  <a:lnTo>
                    <a:pt x="4953000" y="893191"/>
                  </a:lnTo>
                  <a:cubicBezTo>
                    <a:pt x="4953000" y="898525"/>
                    <a:pt x="4951984" y="903732"/>
                    <a:pt x="4949952" y="908558"/>
                  </a:cubicBezTo>
                  <a:lnTo>
                    <a:pt x="4949952" y="908558"/>
                  </a:lnTo>
                  <a:lnTo>
                    <a:pt x="4949952" y="908558"/>
                  </a:lnTo>
                  <a:cubicBezTo>
                    <a:pt x="4947920" y="913511"/>
                    <a:pt x="4944999" y="917829"/>
                    <a:pt x="4941189" y="921639"/>
                  </a:cubicBezTo>
                  <a:lnTo>
                    <a:pt x="4941189" y="921639"/>
                  </a:lnTo>
                  <a:lnTo>
                    <a:pt x="4941189" y="921639"/>
                  </a:lnTo>
                  <a:cubicBezTo>
                    <a:pt x="4937379" y="925449"/>
                    <a:pt x="4933061" y="928370"/>
                    <a:pt x="4928108" y="930402"/>
                  </a:cubicBezTo>
                  <a:lnTo>
                    <a:pt x="4928108" y="930402"/>
                  </a:lnTo>
                  <a:lnTo>
                    <a:pt x="4928108" y="930402"/>
                  </a:lnTo>
                  <a:cubicBezTo>
                    <a:pt x="4923155" y="932434"/>
                    <a:pt x="4918075" y="933450"/>
                    <a:pt x="4912741" y="933450"/>
                  </a:cubicBezTo>
                  <a:lnTo>
                    <a:pt x="4912741" y="923925"/>
                  </a:lnTo>
                  <a:lnTo>
                    <a:pt x="4912741" y="933450"/>
                  </a:lnTo>
                  <a:lnTo>
                    <a:pt x="40259" y="933450"/>
                  </a:lnTo>
                  <a:lnTo>
                    <a:pt x="40259" y="923925"/>
                  </a:lnTo>
                  <a:lnTo>
                    <a:pt x="40259" y="933450"/>
                  </a:lnTo>
                  <a:cubicBezTo>
                    <a:pt x="34925" y="933450"/>
                    <a:pt x="29718" y="932434"/>
                    <a:pt x="24892" y="930402"/>
                  </a:cubicBezTo>
                  <a:lnTo>
                    <a:pt x="24892" y="930402"/>
                  </a:lnTo>
                  <a:lnTo>
                    <a:pt x="24892" y="930402"/>
                  </a:lnTo>
                  <a:cubicBezTo>
                    <a:pt x="19939" y="928370"/>
                    <a:pt x="15621" y="925449"/>
                    <a:pt x="11811" y="921639"/>
                  </a:cubicBezTo>
                  <a:lnTo>
                    <a:pt x="11811" y="921639"/>
                  </a:lnTo>
                  <a:lnTo>
                    <a:pt x="11811" y="921639"/>
                  </a:lnTo>
                  <a:cubicBezTo>
                    <a:pt x="8001" y="917829"/>
                    <a:pt x="5080" y="913511"/>
                    <a:pt x="3048" y="908558"/>
                  </a:cubicBezTo>
                  <a:lnTo>
                    <a:pt x="11811" y="904875"/>
                  </a:lnTo>
                  <a:lnTo>
                    <a:pt x="3048" y="908558"/>
                  </a:lnTo>
                  <a:cubicBezTo>
                    <a:pt x="1016" y="903605"/>
                    <a:pt x="0" y="898398"/>
                    <a:pt x="0" y="893191"/>
                  </a:cubicBezTo>
                  <a:lnTo>
                    <a:pt x="9525" y="893191"/>
                  </a:lnTo>
                  <a:lnTo>
                    <a:pt x="0" y="893191"/>
                  </a:lnTo>
                  <a:moveTo>
                    <a:pt x="19050" y="893191"/>
                  </a:moveTo>
                  <a:cubicBezTo>
                    <a:pt x="19050" y="895985"/>
                    <a:pt x="19558" y="898779"/>
                    <a:pt x="20701" y="901319"/>
                  </a:cubicBezTo>
                  <a:cubicBezTo>
                    <a:pt x="21844" y="903859"/>
                    <a:pt x="23368" y="906272"/>
                    <a:pt x="25273" y="908177"/>
                  </a:cubicBezTo>
                  <a:lnTo>
                    <a:pt x="18542" y="914908"/>
                  </a:lnTo>
                  <a:lnTo>
                    <a:pt x="25273" y="908177"/>
                  </a:lnTo>
                  <a:cubicBezTo>
                    <a:pt x="27305" y="910209"/>
                    <a:pt x="29591" y="911733"/>
                    <a:pt x="32131" y="912749"/>
                  </a:cubicBezTo>
                  <a:lnTo>
                    <a:pt x="28448" y="921512"/>
                  </a:lnTo>
                  <a:lnTo>
                    <a:pt x="32131" y="912749"/>
                  </a:lnTo>
                  <a:cubicBezTo>
                    <a:pt x="34798" y="913892"/>
                    <a:pt x="37465" y="914400"/>
                    <a:pt x="40259" y="914400"/>
                  </a:cubicBezTo>
                  <a:lnTo>
                    <a:pt x="4912741" y="914400"/>
                  </a:lnTo>
                  <a:cubicBezTo>
                    <a:pt x="4915535" y="914400"/>
                    <a:pt x="4918202" y="913892"/>
                    <a:pt x="4920869" y="912749"/>
                  </a:cubicBezTo>
                  <a:lnTo>
                    <a:pt x="4924552" y="921512"/>
                  </a:lnTo>
                  <a:lnTo>
                    <a:pt x="4920869" y="912749"/>
                  </a:lnTo>
                  <a:cubicBezTo>
                    <a:pt x="4923536" y="911606"/>
                    <a:pt x="4925822" y="910082"/>
                    <a:pt x="4927727" y="908177"/>
                  </a:cubicBezTo>
                  <a:lnTo>
                    <a:pt x="4934458" y="914908"/>
                  </a:lnTo>
                  <a:lnTo>
                    <a:pt x="4927727" y="908177"/>
                  </a:lnTo>
                  <a:cubicBezTo>
                    <a:pt x="4929759" y="906145"/>
                    <a:pt x="4931283" y="903859"/>
                    <a:pt x="4932299" y="901319"/>
                  </a:cubicBezTo>
                  <a:lnTo>
                    <a:pt x="4941062" y="905002"/>
                  </a:lnTo>
                  <a:lnTo>
                    <a:pt x="4932299" y="901319"/>
                  </a:lnTo>
                  <a:cubicBezTo>
                    <a:pt x="4933442" y="898652"/>
                    <a:pt x="4933950" y="895985"/>
                    <a:pt x="4933950" y="893191"/>
                  </a:cubicBezTo>
                  <a:lnTo>
                    <a:pt x="4933950" y="40259"/>
                  </a:lnTo>
                  <a:cubicBezTo>
                    <a:pt x="4933950" y="37465"/>
                    <a:pt x="4933442" y="34798"/>
                    <a:pt x="4932299" y="32131"/>
                  </a:cubicBezTo>
                  <a:lnTo>
                    <a:pt x="4932299" y="32131"/>
                  </a:lnTo>
                  <a:lnTo>
                    <a:pt x="4932299" y="32131"/>
                  </a:lnTo>
                  <a:cubicBezTo>
                    <a:pt x="4931156" y="29464"/>
                    <a:pt x="4929632" y="27178"/>
                    <a:pt x="4927727" y="25273"/>
                  </a:cubicBezTo>
                  <a:lnTo>
                    <a:pt x="4927727" y="25273"/>
                  </a:lnTo>
                  <a:lnTo>
                    <a:pt x="4927727" y="25273"/>
                  </a:lnTo>
                  <a:cubicBezTo>
                    <a:pt x="4925695" y="23241"/>
                    <a:pt x="4923409" y="21717"/>
                    <a:pt x="4920869" y="20701"/>
                  </a:cubicBezTo>
                  <a:lnTo>
                    <a:pt x="4924552" y="11938"/>
                  </a:lnTo>
                  <a:lnTo>
                    <a:pt x="4920869" y="20701"/>
                  </a:lnTo>
                  <a:cubicBezTo>
                    <a:pt x="4918202" y="19558"/>
                    <a:pt x="4915535" y="19050"/>
                    <a:pt x="4912741" y="19050"/>
                  </a:cubicBezTo>
                  <a:lnTo>
                    <a:pt x="40259" y="19050"/>
                  </a:lnTo>
                  <a:cubicBezTo>
                    <a:pt x="37465" y="19050"/>
                    <a:pt x="34798" y="19558"/>
                    <a:pt x="32131" y="20701"/>
                  </a:cubicBezTo>
                  <a:lnTo>
                    <a:pt x="28448" y="11938"/>
                  </a:lnTo>
                  <a:lnTo>
                    <a:pt x="32131" y="20701"/>
                  </a:lnTo>
                  <a:cubicBezTo>
                    <a:pt x="29464" y="21844"/>
                    <a:pt x="27178" y="23368"/>
                    <a:pt x="25273" y="25273"/>
                  </a:cubicBezTo>
                  <a:lnTo>
                    <a:pt x="25273" y="25273"/>
                  </a:lnTo>
                  <a:lnTo>
                    <a:pt x="25273" y="25273"/>
                  </a:lnTo>
                  <a:cubicBezTo>
                    <a:pt x="23241" y="27305"/>
                    <a:pt x="21717" y="29591"/>
                    <a:pt x="20701" y="32131"/>
                  </a:cubicBezTo>
                  <a:lnTo>
                    <a:pt x="20701" y="32131"/>
                  </a:lnTo>
                  <a:lnTo>
                    <a:pt x="20701" y="32131"/>
                  </a:lnTo>
                  <a:cubicBezTo>
                    <a:pt x="19685" y="34671"/>
                    <a:pt x="19050" y="37465"/>
                    <a:pt x="19050" y="40259"/>
                  </a:cubicBezTo>
                  <a:lnTo>
                    <a:pt x="19050" y="893191"/>
                  </a:lnTo>
                  <a:close/>
                </a:path>
              </a:pathLst>
            </a:custGeom>
            <a:solidFill>
              <a:srgbClr val="2A1999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76200" cy="933450"/>
            </a:xfrm>
            <a:custGeom>
              <a:avLst/>
              <a:gdLst/>
              <a:ahLst/>
              <a:cxnLst/>
              <a:rect r="r" b="b" t="t" l="l"/>
              <a:pathLst>
                <a:path h="933450" w="76200">
                  <a:moveTo>
                    <a:pt x="0" y="893191"/>
                  </a:moveTo>
                  <a:lnTo>
                    <a:pt x="0" y="40259"/>
                  </a:lnTo>
                  <a:cubicBezTo>
                    <a:pt x="0" y="34925"/>
                    <a:pt x="1016" y="29845"/>
                    <a:pt x="3048" y="24892"/>
                  </a:cubicBezTo>
                  <a:cubicBezTo>
                    <a:pt x="5080" y="19939"/>
                    <a:pt x="8001" y="15621"/>
                    <a:pt x="11811" y="11811"/>
                  </a:cubicBezTo>
                  <a:cubicBezTo>
                    <a:pt x="15621" y="8001"/>
                    <a:pt x="19939" y="5080"/>
                    <a:pt x="24892" y="3048"/>
                  </a:cubicBezTo>
                  <a:cubicBezTo>
                    <a:pt x="29845" y="1016"/>
                    <a:pt x="34925" y="0"/>
                    <a:pt x="40259" y="0"/>
                  </a:cubicBezTo>
                  <a:lnTo>
                    <a:pt x="76200" y="0"/>
                  </a:lnTo>
                  <a:lnTo>
                    <a:pt x="76200" y="933450"/>
                  </a:lnTo>
                  <a:lnTo>
                    <a:pt x="40259" y="933450"/>
                  </a:lnTo>
                  <a:cubicBezTo>
                    <a:pt x="34925" y="933450"/>
                    <a:pt x="29718" y="932434"/>
                    <a:pt x="24765" y="930402"/>
                  </a:cubicBezTo>
                  <a:cubicBezTo>
                    <a:pt x="19812" y="928370"/>
                    <a:pt x="15494" y="925449"/>
                    <a:pt x="11684" y="921639"/>
                  </a:cubicBezTo>
                  <a:cubicBezTo>
                    <a:pt x="7874" y="917829"/>
                    <a:pt x="4953" y="913511"/>
                    <a:pt x="2921" y="908558"/>
                  </a:cubicBezTo>
                  <a:cubicBezTo>
                    <a:pt x="889" y="903605"/>
                    <a:pt x="0" y="898525"/>
                    <a:pt x="0" y="893191"/>
                  </a:cubicBezTo>
                </a:path>
              </a:pathLst>
            </a:custGeom>
            <a:solidFill>
              <a:srgbClr val="2B0A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72898" y="1120648"/>
              <a:ext cx="4934204" cy="914527"/>
            </a:xfrm>
            <a:custGeom>
              <a:avLst/>
              <a:gdLst/>
              <a:ahLst/>
              <a:cxnLst/>
              <a:rect r="r" b="b" t="t" l="l"/>
              <a:pathLst>
                <a:path h="914527" w="4934204">
                  <a:moveTo>
                    <a:pt x="127" y="883793"/>
                  </a:moveTo>
                  <a:lnTo>
                    <a:pt x="127" y="30861"/>
                  </a:lnTo>
                  <a:cubicBezTo>
                    <a:pt x="127" y="26797"/>
                    <a:pt x="889" y="22860"/>
                    <a:pt x="2413" y="19050"/>
                  </a:cubicBezTo>
                  <a:cubicBezTo>
                    <a:pt x="3937" y="15240"/>
                    <a:pt x="6223" y="11938"/>
                    <a:pt x="9144" y="9017"/>
                  </a:cubicBezTo>
                  <a:cubicBezTo>
                    <a:pt x="12065" y="6096"/>
                    <a:pt x="15367" y="3937"/>
                    <a:pt x="19177" y="2286"/>
                  </a:cubicBezTo>
                  <a:cubicBezTo>
                    <a:pt x="22987" y="635"/>
                    <a:pt x="26924" y="0"/>
                    <a:pt x="30988" y="0"/>
                  </a:cubicBezTo>
                  <a:lnTo>
                    <a:pt x="4903343" y="0"/>
                  </a:lnTo>
                  <a:cubicBezTo>
                    <a:pt x="4907407" y="0"/>
                    <a:pt x="4911344" y="762"/>
                    <a:pt x="4915154" y="2286"/>
                  </a:cubicBezTo>
                  <a:cubicBezTo>
                    <a:pt x="4918964" y="3810"/>
                    <a:pt x="4922266" y="6096"/>
                    <a:pt x="4925187" y="9017"/>
                  </a:cubicBezTo>
                  <a:cubicBezTo>
                    <a:pt x="4928108" y="11938"/>
                    <a:pt x="4930267" y="15240"/>
                    <a:pt x="4931918" y="19050"/>
                  </a:cubicBezTo>
                  <a:cubicBezTo>
                    <a:pt x="4933569" y="22860"/>
                    <a:pt x="4934204" y="26797"/>
                    <a:pt x="4934204" y="30861"/>
                  </a:cubicBezTo>
                  <a:lnTo>
                    <a:pt x="4934204" y="883666"/>
                  </a:lnTo>
                  <a:cubicBezTo>
                    <a:pt x="4934204" y="887730"/>
                    <a:pt x="4933442" y="891667"/>
                    <a:pt x="4931918" y="895477"/>
                  </a:cubicBezTo>
                  <a:cubicBezTo>
                    <a:pt x="4930394" y="899287"/>
                    <a:pt x="4928108" y="902589"/>
                    <a:pt x="4925187" y="905510"/>
                  </a:cubicBezTo>
                  <a:cubicBezTo>
                    <a:pt x="4922266" y="908431"/>
                    <a:pt x="4918964" y="910590"/>
                    <a:pt x="4915154" y="912114"/>
                  </a:cubicBezTo>
                  <a:cubicBezTo>
                    <a:pt x="4911344" y="913638"/>
                    <a:pt x="4907407" y="914527"/>
                    <a:pt x="4903343" y="914527"/>
                  </a:cubicBezTo>
                  <a:lnTo>
                    <a:pt x="30861" y="914527"/>
                  </a:lnTo>
                  <a:cubicBezTo>
                    <a:pt x="26797" y="914527"/>
                    <a:pt x="22860" y="913765"/>
                    <a:pt x="19050" y="912114"/>
                  </a:cubicBezTo>
                  <a:cubicBezTo>
                    <a:pt x="15240" y="910463"/>
                    <a:pt x="11938" y="908304"/>
                    <a:pt x="9017" y="905510"/>
                  </a:cubicBezTo>
                  <a:cubicBezTo>
                    <a:pt x="6096" y="902716"/>
                    <a:pt x="3937" y="899287"/>
                    <a:pt x="2286" y="895477"/>
                  </a:cubicBezTo>
                  <a:cubicBezTo>
                    <a:pt x="635" y="891667"/>
                    <a:pt x="0" y="887730"/>
                    <a:pt x="0" y="883666"/>
                  </a:cubicBezTo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1111250"/>
              <a:ext cx="4953000" cy="933323"/>
            </a:xfrm>
            <a:custGeom>
              <a:avLst/>
              <a:gdLst/>
              <a:ahLst/>
              <a:cxnLst/>
              <a:rect r="r" b="b" t="t" l="l"/>
              <a:pathLst>
                <a:path h="933323" w="4953000">
                  <a:moveTo>
                    <a:pt x="0" y="893191"/>
                  </a:moveTo>
                  <a:lnTo>
                    <a:pt x="0" y="40259"/>
                  </a:lnTo>
                  <a:lnTo>
                    <a:pt x="9525" y="40259"/>
                  </a:lnTo>
                  <a:lnTo>
                    <a:pt x="0" y="40259"/>
                  </a:lnTo>
                  <a:cubicBezTo>
                    <a:pt x="0" y="34925"/>
                    <a:pt x="1016" y="29718"/>
                    <a:pt x="3048" y="24892"/>
                  </a:cubicBezTo>
                  <a:lnTo>
                    <a:pt x="11811" y="28575"/>
                  </a:lnTo>
                  <a:lnTo>
                    <a:pt x="3048" y="24892"/>
                  </a:lnTo>
                  <a:cubicBezTo>
                    <a:pt x="5080" y="19939"/>
                    <a:pt x="8001" y="15621"/>
                    <a:pt x="11811" y="11811"/>
                  </a:cubicBezTo>
                  <a:lnTo>
                    <a:pt x="18542" y="18542"/>
                  </a:lnTo>
                  <a:lnTo>
                    <a:pt x="11811" y="11811"/>
                  </a:lnTo>
                  <a:cubicBezTo>
                    <a:pt x="15621" y="8001"/>
                    <a:pt x="19939" y="5080"/>
                    <a:pt x="24892" y="3048"/>
                  </a:cubicBezTo>
                  <a:lnTo>
                    <a:pt x="24892" y="3048"/>
                  </a:lnTo>
                  <a:lnTo>
                    <a:pt x="24892" y="3048"/>
                  </a:lnTo>
                  <a:cubicBezTo>
                    <a:pt x="29845" y="1016"/>
                    <a:pt x="35052" y="0"/>
                    <a:pt x="40259" y="0"/>
                  </a:cubicBezTo>
                  <a:lnTo>
                    <a:pt x="40259" y="9525"/>
                  </a:lnTo>
                  <a:lnTo>
                    <a:pt x="40259" y="0"/>
                  </a:lnTo>
                  <a:lnTo>
                    <a:pt x="4912741" y="0"/>
                  </a:lnTo>
                  <a:lnTo>
                    <a:pt x="4912741" y="9525"/>
                  </a:lnTo>
                  <a:lnTo>
                    <a:pt x="4912741" y="0"/>
                  </a:lnTo>
                  <a:cubicBezTo>
                    <a:pt x="4918075" y="0"/>
                    <a:pt x="4923282" y="1016"/>
                    <a:pt x="4928108" y="3048"/>
                  </a:cubicBezTo>
                  <a:lnTo>
                    <a:pt x="4928108" y="3048"/>
                  </a:lnTo>
                  <a:lnTo>
                    <a:pt x="4928108" y="3048"/>
                  </a:lnTo>
                  <a:cubicBezTo>
                    <a:pt x="4933061" y="5080"/>
                    <a:pt x="4937379" y="8001"/>
                    <a:pt x="4941189" y="11811"/>
                  </a:cubicBezTo>
                  <a:lnTo>
                    <a:pt x="4934458" y="18542"/>
                  </a:lnTo>
                  <a:lnTo>
                    <a:pt x="4941189" y="11811"/>
                  </a:lnTo>
                  <a:cubicBezTo>
                    <a:pt x="4944999" y="15621"/>
                    <a:pt x="4947920" y="19939"/>
                    <a:pt x="4949952" y="24892"/>
                  </a:cubicBezTo>
                  <a:lnTo>
                    <a:pt x="4941189" y="28575"/>
                  </a:lnTo>
                  <a:lnTo>
                    <a:pt x="4949952" y="24892"/>
                  </a:lnTo>
                  <a:cubicBezTo>
                    <a:pt x="4951984" y="29845"/>
                    <a:pt x="4953000" y="34925"/>
                    <a:pt x="4953000" y="40259"/>
                  </a:cubicBezTo>
                  <a:lnTo>
                    <a:pt x="4943475" y="40259"/>
                  </a:lnTo>
                  <a:lnTo>
                    <a:pt x="4953000" y="40259"/>
                  </a:lnTo>
                  <a:lnTo>
                    <a:pt x="4953000" y="893064"/>
                  </a:lnTo>
                  <a:lnTo>
                    <a:pt x="4943475" y="893064"/>
                  </a:lnTo>
                  <a:lnTo>
                    <a:pt x="4953000" y="893064"/>
                  </a:lnTo>
                  <a:cubicBezTo>
                    <a:pt x="4953000" y="898398"/>
                    <a:pt x="4951984" y="903605"/>
                    <a:pt x="4949952" y="908431"/>
                  </a:cubicBezTo>
                  <a:lnTo>
                    <a:pt x="4949952" y="908431"/>
                  </a:lnTo>
                  <a:lnTo>
                    <a:pt x="4949952" y="908431"/>
                  </a:lnTo>
                  <a:cubicBezTo>
                    <a:pt x="4947920" y="913384"/>
                    <a:pt x="4944999" y="917702"/>
                    <a:pt x="4941189" y="921512"/>
                  </a:cubicBezTo>
                  <a:lnTo>
                    <a:pt x="4941189" y="921512"/>
                  </a:lnTo>
                  <a:lnTo>
                    <a:pt x="4941189" y="921512"/>
                  </a:lnTo>
                  <a:cubicBezTo>
                    <a:pt x="4937379" y="925322"/>
                    <a:pt x="4933061" y="928243"/>
                    <a:pt x="4928108" y="930275"/>
                  </a:cubicBezTo>
                  <a:lnTo>
                    <a:pt x="4928108" y="930275"/>
                  </a:lnTo>
                  <a:lnTo>
                    <a:pt x="4928108" y="930275"/>
                  </a:lnTo>
                  <a:cubicBezTo>
                    <a:pt x="4923155" y="932307"/>
                    <a:pt x="4918075" y="933323"/>
                    <a:pt x="4912741" y="933323"/>
                  </a:cubicBezTo>
                  <a:lnTo>
                    <a:pt x="4912741" y="923798"/>
                  </a:lnTo>
                  <a:lnTo>
                    <a:pt x="4912741" y="933323"/>
                  </a:lnTo>
                  <a:lnTo>
                    <a:pt x="40259" y="933323"/>
                  </a:lnTo>
                  <a:lnTo>
                    <a:pt x="40259" y="923798"/>
                  </a:lnTo>
                  <a:lnTo>
                    <a:pt x="40259" y="933323"/>
                  </a:lnTo>
                  <a:cubicBezTo>
                    <a:pt x="34925" y="933323"/>
                    <a:pt x="29718" y="932307"/>
                    <a:pt x="24892" y="930275"/>
                  </a:cubicBezTo>
                  <a:lnTo>
                    <a:pt x="24892" y="930275"/>
                  </a:lnTo>
                  <a:lnTo>
                    <a:pt x="24892" y="930275"/>
                  </a:lnTo>
                  <a:cubicBezTo>
                    <a:pt x="19939" y="928243"/>
                    <a:pt x="15621" y="925322"/>
                    <a:pt x="11811" y="921512"/>
                  </a:cubicBezTo>
                  <a:lnTo>
                    <a:pt x="11811" y="921512"/>
                  </a:lnTo>
                  <a:lnTo>
                    <a:pt x="11811" y="921512"/>
                  </a:lnTo>
                  <a:cubicBezTo>
                    <a:pt x="8001" y="917702"/>
                    <a:pt x="5080" y="913384"/>
                    <a:pt x="3048" y="908431"/>
                  </a:cubicBezTo>
                  <a:lnTo>
                    <a:pt x="11811" y="904748"/>
                  </a:lnTo>
                  <a:lnTo>
                    <a:pt x="3048" y="908431"/>
                  </a:lnTo>
                  <a:cubicBezTo>
                    <a:pt x="1016" y="903478"/>
                    <a:pt x="0" y="898271"/>
                    <a:pt x="0" y="893064"/>
                  </a:cubicBezTo>
                  <a:lnTo>
                    <a:pt x="9525" y="893064"/>
                  </a:lnTo>
                  <a:lnTo>
                    <a:pt x="0" y="893064"/>
                  </a:lnTo>
                  <a:moveTo>
                    <a:pt x="19050" y="893064"/>
                  </a:moveTo>
                  <a:cubicBezTo>
                    <a:pt x="19050" y="895858"/>
                    <a:pt x="19558" y="898652"/>
                    <a:pt x="20701" y="901192"/>
                  </a:cubicBezTo>
                  <a:cubicBezTo>
                    <a:pt x="21844" y="903732"/>
                    <a:pt x="23368" y="906145"/>
                    <a:pt x="25273" y="908050"/>
                  </a:cubicBezTo>
                  <a:lnTo>
                    <a:pt x="18542" y="914781"/>
                  </a:lnTo>
                  <a:lnTo>
                    <a:pt x="25273" y="908050"/>
                  </a:lnTo>
                  <a:cubicBezTo>
                    <a:pt x="27305" y="910082"/>
                    <a:pt x="29591" y="911606"/>
                    <a:pt x="32131" y="912622"/>
                  </a:cubicBezTo>
                  <a:lnTo>
                    <a:pt x="28448" y="921385"/>
                  </a:lnTo>
                  <a:lnTo>
                    <a:pt x="32131" y="912622"/>
                  </a:lnTo>
                  <a:cubicBezTo>
                    <a:pt x="34798" y="913765"/>
                    <a:pt x="37465" y="914273"/>
                    <a:pt x="40259" y="914273"/>
                  </a:cubicBezTo>
                  <a:lnTo>
                    <a:pt x="4912741" y="914273"/>
                  </a:lnTo>
                  <a:cubicBezTo>
                    <a:pt x="4915535" y="914273"/>
                    <a:pt x="4918202" y="913765"/>
                    <a:pt x="4920869" y="912622"/>
                  </a:cubicBezTo>
                  <a:lnTo>
                    <a:pt x="4924552" y="921385"/>
                  </a:lnTo>
                  <a:lnTo>
                    <a:pt x="4920869" y="912622"/>
                  </a:lnTo>
                  <a:cubicBezTo>
                    <a:pt x="4923536" y="911479"/>
                    <a:pt x="4925822" y="909955"/>
                    <a:pt x="4927727" y="908050"/>
                  </a:cubicBezTo>
                  <a:lnTo>
                    <a:pt x="4934458" y="914781"/>
                  </a:lnTo>
                  <a:lnTo>
                    <a:pt x="4927727" y="908050"/>
                  </a:lnTo>
                  <a:cubicBezTo>
                    <a:pt x="4929759" y="906018"/>
                    <a:pt x="4931283" y="903732"/>
                    <a:pt x="4932299" y="901192"/>
                  </a:cubicBezTo>
                  <a:lnTo>
                    <a:pt x="4941062" y="904875"/>
                  </a:lnTo>
                  <a:lnTo>
                    <a:pt x="4932299" y="901192"/>
                  </a:lnTo>
                  <a:cubicBezTo>
                    <a:pt x="4933442" y="898525"/>
                    <a:pt x="4933950" y="895858"/>
                    <a:pt x="4933950" y="893064"/>
                  </a:cubicBezTo>
                  <a:lnTo>
                    <a:pt x="4933950" y="40259"/>
                  </a:lnTo>
                  <a:cubicBezTo>
                    <a:pt x="4933950" y="37465"/>
                    <a:pt x="4933442" y="34798"/>
                    <a:pt x="4932299" y="32131"/>
                  </a:cubicBezTo>
                  <a:lnTo>
                    <a:pt x="4932299" y="32131"/>
                  </a:lnTo>
                  <a:lnTo>
                    <a:pt x="4932299" y="32131"/>
                  </a:lnTo>
                  <a:cubicBezTo>
                    <a:pt x="4931156" y="29464"/>
                    <a:pt x="4929632" y="27178"/>
                    <a:pt x="4927727" y="25273"/>
                  </a:cubicBezTo>
                  <a:lnTo>
                    <a:pt x="4927727" y="25273"/>
                  </a:lnTo>
                  <a:lnTo>
                    <a:pt x="4927727" y="25273"/>
                  </a:lnTo>
                  <a:cubicBezTo>
                    <a:pt x="4925695" y="23241"/>
                    <a:pt x="4923409" y="21717"/>
                    <a:pt x="4920869" y="20701"/>
                  </a:cubicBezTo>
                  <a:lnTo>
                    <a:pt x="4924552" y="11938"/>
                  </a:lnTo>
                  <a:lnTo>
                    <a:pt x="4920869" y="20701"/>
                  </a:lnTo>
                  <a:cubicBezTo>
                    <a:pt x="4918202" y="19558"/>
                    <a:pt x="4915535" y="19050"/>
                    <a:pt x="4912741" y="19050"/>
                  </a:cubicBezTo>
                  <a:lnTo>
                    <a:pt x="40259" y="19050"/>
                  </a:lnTo>
                  <a:cubicBezTo>
                    <a:pt x="37465" y="19050"/>
                    <a:pt x="34798" y="19558"/>
                    <a:pt x="32131" y="20701"/>
                  </a:cubicBezTo>
                  <a:lnTo>
                    <a:pt x="28448" y="11938"/>
                  </a:lnTo>
                  <a:lnTo>
                    <a:pt x="32131" y="20701"/>
                  </a:lnTo>
                  <a:cubicBezTo>
                    <a:pt x="29464" y="21844"/>
                    <a:pt x="27178" y="23368"/>
                    <a:pt x="25273" y="25273"/>
                  </a:cubicBezTo>
                  <a:lnTo>
                    <a:pt x="25273" y="25273"/>
                  </a:lnTo>
                  <a:lnTo>
                    <a:pt x="25273" y="25273"/>
                  </a:lnTo>
                  <a:cubicBezTo>
                    <a:pt x="23241" y="27305"/>
                    <a:pt x="21717" y="29591"/>
                    <a:pt x="20701" y="32131"/>
                  </a:cubicBezTo>
                  <a:lnTo>
                    <a:pt x="20701" y="32131"/>
                  </a:lnTo>
                  <a:lnTo>
                    <a:pt x="20701" y="32131"/>
                  </a:lnTo>
                  <a:cubicBezTo>
                    <a:pt x="19685" y="34671"/>
                    <a:pt x="19050" y="37465"/>
                    <a:pt x="19050" y="40259"/>
                  </a:cubicBezTo>
                  <a:lnTo>
                    <a:pt x="19050" y="893064"/>
                  </a:lnTo>
                  <a:close/>
                </a:path>
              </a:pathLst>
            </a:custGeom>
            <a:solidFill>
              <a:srgbClr val="2A199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3373" y="1111250"/>
              <a:ext cx="76327" cy="933450"/>
            </a:xfrm>
            <a:custGeom>
              <a:avLst/>
              <a:gdLst/>
              <a:ahLst/>
              <a:cxnLst/>
              <a:rect r="r" b="b" t="t" l="l"/>
              <a:pathLst>
                <a:path h="933450" w="76327">
                  <a:moveTo>
                    <a:pt x="127" y="893191"/>
                  </a:moveTo>
                  <a:lnTo>
                    <a:pt x="127" y="40259"/>
                  </a:lnTo>
                  <a:cubicBezTo>
                    <a:pt x="127" y="34925"/>
                    <a:pt x="1143" y="29845"/>
                    <a:pt x="3175" y="24892"/>
                  </a:cubicBezTo>
                  <a:cubicBezTo>
                    <a:pt x="5207" y="19939"/>
                    <a:pt x="8128" y="15621"/>
                    <a:pt x="11938" y="11811"/>
                  </a:cubicBezTo>
                  <a:cubicBezTo>
                    <a:pt x="15748" y="8001"/>
                    <a:pt x="20066" y="5080"/>
                    <a:pt x="25019" y="3048"/>
                  </a:cubicBezTo>
                  <a:cubicBezTo>
                    <a:pt x="29972" y="1016"/>
                    <a:pt x="35179" y="0"/>
                    <a:pt x="40513" y="0"/>
                  </a:cubicBezTo>
                  <a:lnTo>
                    <a:pt x="76327" y="0"/>
                  </a:lnTo>
                  <a:lnTo>
                    <a:pt x="76327" y="933450"/>
                  </a:lnTo>
                  <a:lnTo>
                    <a:pt x="40386" y="933450"/>
                  </a:lnTo>
                  <a:cubicBezTo>
                    <a:pt x="35052" y="933450"/>
                    <a:pt x="29845" y="932434"/>
                    <a:pt x="24892" y="930402"/>
                  </a:cubicBezTo>
                  <a:cubicBezTo>
                    <a:pt x="19939" y="928370"/>
                    <a:pt x="15621" y="925449"/>
                    <a:pt x="11811" y="921639"/>
                  </a:cubicBezTo>
                  <a:cubicBezTo>
                    <a:pt x="8001" y="917829"/>
                    <a:pt x="5080" y="913511"/>
                    <a:pt x="3048" y="908558"/>
                  </a:cubicBezTo>
                  <a:cubicBezTo>
                    <a:pt x="1016" y="903605"/>
                    <a:pt x="0" y="898525"/>
                    <a:pt x="0" y="893191"/>
                  </a:cubicBezTo>
                </a:path>
              </a:pathLst>
            </a:custGeom>
            <a:solidFill>
              <a:srgbClr val="2B0AF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72898" y="2168398"/>
              <a:ext cx="4934204" cy="914527"/>
            </a:xfrm>
            <a:custGeom>
              <a:avLst/>
              <a:gdLst/>
              <a:ahLst/>
              <a:cxnLst/>
              <a:rect r="r" b="b" t="t" l="l"/>
              <a:pathLst>
                <a:path h="914527" w="4934204">
                  <a:moveTo>
                    <a:pt x="127" y="883793"/>
                  </a:moveTo>
                  <a:lnTo>
                    <a:pt x="127" y="30861"/>
                  </a:lnTo>
                  <a:cubicBezTo>
                    <a:pt x="127" y="26797"/>
                    <a:pt x="889" y="22860"/>
                    <a:pt x="2413" y="19050"/>
                  </a:cubicBezTo>
                  <a:cubicBezTo>
                    <a:pt x="3937" y="15240"/>
                    <a:pt x="6223" y="11938"/>
                    <a:pt x="9144" y="9017"/>
                  </a:cubicBezTo>
                  <a:cubicBezTo>
                    <a:pt x="12065" y="6096"/>
                    <a:pt x="15367" y="3937"/>
                    <a:pt x="19177" y="2286"/>
                  </a:cubicBezTo>
                  <a:cubicBezTo>
                    <a:pt x="22987" y="635"/>
                    <a:pt x="26924" y="0"/>
                    <a:pt x="30988" y="0"/>
                  </a:cubicBezTo>
                  <a:lnTo>
                    <a:pt x="4903343" y="0"/>
                  </a:lnTo>
                  <a:cubicBezTo>
                    <a:pt x="4907407" y="0"/>
                    <a:pt x="4911344" y="762"/>
                    <a:pt x="4915154" y="2286"/>
                  </a:cubicBezTo>
                  <a:cubicBezTo>
                    <a:pt x="4918964" y="3810"/>
                    <a:pt x="4922266" y="6096"/>
                    <a:pt x="4925187" y="9017"/>
                  </a:cubicBezTo>
                  <a:cubicBezTo>
                    <a:pt x="4928108" y="11938"/>
                    <a:pt x="4930267" y="15240"/>
                    <a:pt x="4931918" y="19050"/>
                  </a:cubicBezTo>
                  <a:cubicBezTo>
                    <a:pt x="4933569" y="22860"/>
                    <a:pt x="4934204" y="26797"/>
                    <a:pt x="4934204" y="30861"/>
                  </a:cubicBezTo>
                  <a:lnTo>
                    <a:pt x="4934204" y="883666"/>
                  </a:lnTo>
                  <a:cubicBezTo>
                    <a:pt x="4934204" y="887730"/>
                    <a:pt x="4933442" y="891667"/>
                    <a:pt x="4931918" y="895477"/>
                  </a:cubicBezTo>
                  <a:cubicBezTo>
                    <a:pt x="4930394" y="899287"/>
                    <a:pt x="4928108" y="902589"/>
                    <a:pt x="4925187" y="905510"/>
                  </a:cubicBezTo>
                  <a:cubicBezTo>
                    <a:pt x="4922266" y="908431"/>
                    <a:pt x="4918964" y="910590"/>
                    <a:pt x="4915154" y="912114"/>
                  </a:cubicBezTo>
                  <a:cubicBezTo>
                    <a:pt x="4911344" y="913638"/>
                    <a:pt x="4907407" y="914527"/>
                    <a:pt x="4903343" y="914527"/>
                  </a:cubicBezTo>
                  <a:lnTo>
                    <a:pt x="30861" y="914527"/>
                  </a:lnTo>
                  <a:cubicBezTo>
                    <a:pt x="26797" y="914527"/>
                    <a:pt x="22860" y="913765"/>
                    <a:pt x="19050" y="912114"/>
                  </a:cubicBezTo>
                  <a:cubicBezTo>
                    <a:pt x="15240" y="910463"/>
                    <a:pt x="11938" y="908304"/>
                    <a:pt x="9017" y="905510"/>
                  </a:cubicBezTo>
                  <a:cubicBezTo>
                    <a:pt x="6096" y="902716"/>
                    <a:pt x="3937" y="899287"/>
                    <a:pt x="2286" y="895477"/>
                  </a:cubicBezTo>
                  <a:cubicBezTo>
                    <a:pt x="635" y="891667"/>
                    <a:pt x="0" y="887730"/>
                    <a:pt x="0" y="883666"/>
                  </a:cubicBezTo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2159000"/>
              <a:ext cx="4953000" cy="933323"/>
            </a:xfrm>
            <a:custGeom>
              <a:avLst/>
              <a:gdLst/>
              <a:ahLst/>
              <a:cxnLst/>
              <a:rect r="r" b="b" t="t" l="l"/>
              <a:pathLst>
                <a:path h="933323" w="4953000">
                  <a:moveTo>
                    <a:pt x="0" y="893191"/>
                  </a:moveTo>
                  <a:lnTo>
                    <a:pt x="0" y="40259"/>
                  </a:lnTo>
                  <a:lnTo>
                    <a:pt x="9525" y="40259"/>
                  </a:lnTo>
                  <a:lnTo>
                    <a:pt x="0" y="40259"/>
                  </a:lnTo>
                  <a:cubicBezTo>
                    <a:pt x="0" y="34925"/>
                    <a:pt x="1016" y="29718"/>
                    <a:pt x="3048" y="24892"/>
                  </a:cubicBezTo>
                  <a:lnTo>
                    <a:pt x="11811" y="28575"/>
                  </a:lnTo>
                  <a:lnTo>
                    <a:pt x="3048" y="24892"/>
                  </a:lnTo>
                  <a:cubicBezTo>
                    <a:pt x="5080" y="19939"/>
                    <a:pt x="8001" y="15494"/>
                    <a:pt x="11811" y="11811"/>
                  </a:cubicBezTo>
                  <a:lnTo>
                    <a:pt x="18542" y="18542"/>
                  </a:lnTo>
                  <a:lnTo>
                    <a:pt x="11811" y="11811"/>
                  </a:lnTo>
                  <a:cubicBezTo>
                    <a:pt x="15621" y="8001"/>
                    <a:pt x="19939" y="5080"/>
                    <a:pt x="24892" y="3048"/>
                  </a:cubicBezTo>
                  <a:lnTo>
                    <a:pt x="24892" y="3048"/>
                  </a:lnTo>
                  <a:lnTo>
                    <a:pt x="24892" y="3048"/>
                  </a:lnTo>
                  <a:cubicBezTo>
                    <a:pt x="29845" y="1016"/>
                    <a:pt x="35052" y="0"/>
                    <a:pt x="40259" y="0"/>
                  </a:cubicBezTo>
                  <a:lnTo>
                    <a:pt x="40259" y="9525"/>
                  </a:lnTo>
                  <a:lnTo>
                    <a:pt x="40259" y="0"/>
                  </a:lnTo>
                  <a:lnTo>
                    <a:pt x="4912741" y="0"/>
                  </a:lnTo>
                  <a:lnTo>
                    <a:pt x="4912741" y="9525"/>
                  </a:lnTo>
                  <a:lnTo>
                    <a:pt x="4912741" y="0"/>
                  </a:lnTo>
                  <a:cubicBezTo>
                    <a:pt x="4918075" y="0"/>
                    <a:pt x="4923282" y="1016"/>
                    <a:pt x="4928108" y="3048"/>
                  </a:cubicBezTo>
                  <a:lnTo>
                    <a:pt x="4928108" y="3048"/>
                  </a:lnTo>
                  <a:lnTo>
                    <a:pt x="4928108" y="3048"/>
                  </a:lnTo>
                  <a:cubicBezTo>
                    <a:pt x="4933061" y="5080"/>
                    <a:pt x="4937379" y="8001"/>
                    <a:pt x="4941189" y="11811"/>
                  </a:cubicBezTo>
                  <a:lnTo>
                    <a:pt x="4934458" y="18542"/>
                  </a:lnTo>
                  <a:lnTo>
                    <a:pt x="4941189" y="11811"/>
                  </a:lnTo>
                  <a:cubicBezTo>
                    <a:pt x="4944999" y="15621"/>
                    <a:pt x="4947920" y="19939"/>
                    <a:pt x="4949952" y="24892"/>
                  </a:cubicBezTo>
                  <a:lnTo>
                    <a:pt x="4941189" y="28575"/>
                  </a:lnTo>
                  <a:lnTo>
                    <a:pt x="4949952" y="24892"/>
                  </a:lnTo>
                  <a:cubicBezTo>
                    <a:pt x="4951984" y="29845"/>
                    <a:pt x="4953000" y="34925"/>
                    <a:pt x="4953000" y="40259"/>
                  </a:cubicBezTo>
                  <a:lnTo>
                    <a:pt x="4943475" y="40259"/>
                  </a:lnTo>
                  <a:lnTo>
                    <a:pt x="4953000" y="40259"/>
                  </a:lnTo>
                  <a:lnTo>
                    <a:pt x="4953000" y="893064"/>
                  </a:lnTo>
                  <a:lnTo>
                    <a:pt x="4943475" y="893064"/>
                  </a:lnTo>
                  <a:lnTo>
                    <a:pt x="4953000" y="893064"/>
                  </a:lnTo>
                  <a:cubicBezTo>
                    <a:pt x="4953000" y="898398"/>
                    <a:pt x="4951984" y="903605"/>
                    <a:pt x="4949952" y="908431"/>
                  </a:cubicBezTo>
                  <a:lnTo>
                    <a:pt x="4949952" y="908431"/>
                  </a:lnTo>
                  <a:lnTo>
                    <a:pt x="4949952" y="908431"/>
                  </a:lnTo>
                  <a:cubicBezTo>
                    <a:pt x="4947920" y="913384"/>
                    <a:pt x="4944999" y="917702"/>
                    <a:pt x="4941189" y="921512"/>
                  </a:cubicBezTo>
                  <a:lnTo>
                    <a:pt x="4941189" y="921512"/>
                  </a:lnTo>
                  <a:lnTo>
                    <a:pt x="4941189" y="921512"/>
                  </a:lnTo>
                  <a:cubicBezTo>
                    <a:pt x="4937379" y="925322"/>
                    <a:pt x="4933061" y="928243"/>
                    <a:pt x="4928108" y="930275"/>
                  </a:cubicBezTo>
                  <a:lnTo>
                    <a:pt x="4928108" y="930275"/>
                  </a:lnTo>
                  <a:lnTo>
                    <a:pt x="4928108" y="930275"/>
                  </a:lnTo>
                  <a:cubicBezTo>
                    <a:pt x="4923155" y="932307"/>
                    <a:pt x="4918075" y="933323"/>
                    <a:pt x="4912741" y="933323"/>
                  </a:cubicBezTo>
                  <a:lnTo>
                    <a:pt x="4912741" y="923798"/>
                  </a:lnTo>
                  <a:lnTo>
                    <a:pt x="4912741" y="933323"/>
                  </a:lnTo>
                  <a:lnTo>
                    <a:pt x="40259" y="933323"/>
                  </a:lnTo>
                  <a:lnTo>
                    <a:pt x="40259" y="923798"/>
                  </a:lnTo>
                  <a:lnTo>
                    <a:pt x="40259" y="933323"/>
                  </a:lnTo>
                  <a:cubicBezTo>
                    <a:pt x="34925" y="933323"/>
                    <a:pt x="29718" y="932307"/>
                    <a:pt x="24892" y="930275"/>
                  </a:cubicBezTo>
                  <a:lnTo>
                    <a:pt x="24892" y="930275"/>
                  </a:lnTo>
                  <a:lnTo>
                    <a:pt x="24892" y="930275"/>
                  </a:lnTo>
                  <a:cubicBezTo>
                    <a:pt x="19939" y="928243"/>
                    <a:pt x="15621" y="925322"/>
                    <a:pt x="11811" y="921512"/>
                  </a:cubicBezTo>
                  <a:lnTo>
                    <a:pt x="11811" y="921512"/>
                  </a:lnTo>
                  <a:lnTo>
                    <a:pt x="11811" y="921512"/>
                  </a:lnTo>
                  <a:cubicBezTo>
                    <a:pt x="8001" y="917702"/>
                    <a:pt x="5080" y="913384"/>
                    <a:pt x="3048" y="908431"/>
                  </a:cubicBezTo>
                  <a:lnTo>
                    <a:pt x="11811" y="904748"/>
                  </a:lnTo>
                  <a:lnTo>
                    <a:pt x="3048" y="908431"/>
                  </a:lnTo>
                  <a:cubicBezTo>
                    <a:pt x="1016" y="903478"/>
                    <a:pt x="0" y="898271"/>
                    <a:pt x="0" y="893064"/>
                  </a:cubicBezTo>
                  <a:lnTo>
                    <a:pt x="9525" y="893064"/>
                  </a:lnTo>
                  <a:lnTo>
                    <a:pt x="0" y="893064"/>
                  </a:lnTo>
                  <a:moveTo>
                    <a:pt x="19050" y="893064"/>
                  </a:moveTo>
                  <a:cubicBezTo>
                    <a:pt x="19050" y="895858"/>
                    <a:pt x="19558" y="898652"/>
                    <a:pt x="20701" y="901192"/>
                  </a:cubicBezTo>
                  <a:cubicBezTo>
                    <a:pt x="21844" y="903732"/>
                    <a:pt x="23368" y="906145"/>
                    <a:pt x="25273" y="908050"/>
                  </a:cubicBezTo>
                  <a:lnTo>
                    <a:pt x="18542" y="914781"/>
                  </a:lnTo>
                  <a:lnTo>
                    <a:pt x="25273" y="908050"/>
                  </a:lnTo>
                  <a:cubicBezTo>
                    <a:pt x="27305" y="910082"/>
                    <a:pt x="29591" y="911606"/>
                    <a:pt x="32131" y="912622"/>
                  </a:cubicBezTo>
                  <a:lnTo>
                    <a:pt x="28448" y="921385"/>
                  </a:lnTo>
                  <a:lnTo>
                    <a:pt x="32131" y="912622"/>
                  </a:lnTo>
                  <a:cubicBezTo>
                    <a:pt x="34798" y="913765"/>
                    <a:pt x="37465" y="914273"/>
                    <a:pt x="40259" y="914273"/>
                  </a:cubicBezTo>
                  <a:lnTo>
                    <a:pt x="4912741" y="914273"/>
                  </a:lnTo>
                  <a:cubicBezTo>
                    <a:pt x="4915535" y="914273"/>
                    <a:pt x="4918202" y="913765"/>
                    <a:pt x="4920869" y="912622"/>
                  </a:cubicBezTo>
                  <a:lnTo>
                    <a:pt x="4924552" y="921385"/>
                  </a:lnTo>
                  <a:lnTo>
                    <a:pt x="4920869" y="912622"/>
                  </a:lnTo>
                  <a:cubicBezTo>
                    <a:pt x="4923536" y="911479"/>
                    <a:pt x="4925822" y="909955"/>
                    <a:pt x="4927727" y="908050"/>
                  </a:cubicBezTo>
                  <a:lnTo>
                    <a:pt x="4934458" y="914781"/>
                  </a:lnTo>
                  <a:lnTo>
                    <a:pt x="4927727" y="908050"/>
                  </a:lnTo>
                  <a:cubicBezTo>
                    <a:pt x="4929759" y="906018"/>
                    <a:pt x="4931283" y="903732"/>
                    <a:pt x="4932299" y="901192"/>
                  </a:cubicBezTo>
                  <a:lnTo>
                    <a:pt x="4941062" y="904875"/>
                  </a:lnTo>
                  <a:lnTo>
                    <a:pt x="4932299" y="901192"/>
                  </a:lnTo>
                  <a:cubicBezTo>
                    <a:pt x="4933442" y="898525"/>
                    <a:pt x="4933950" y="895858"/>
                    <a:pt x="4933950" y="893064"/>
                  </a:cubicBezTo>
                  <a:lnTo>
                    <a:pt x="4933950" y="40259"/>
                  </a:lnTo>
                  <a:cubicBezTo>
                    <a:pt x="4933950" y="37465"/>
                    <a:pt x="4933442" y="34798"/>
                    <a:pt x="4932299" y="32131"/>
                  </a:cubicBezTo>
                  <a:lnTo>
                    <a:pt x="4932299" y="32131"/>
                  </a:lnTo>
                  <a:lnTo>
                    <a:pt x="4932299" y="32131"/>
                  </a:lnTo>
                  <a:cubicBezTo>
                    <a:pt x="4931156" y="29464"/>
                    <a:pt x="4929632" y="27178"/>
                    <a:pt x="4927727" y="25273"/>
                  </a:cubicBezTo>
                  <a:lnTo>
                    <a:pt x="4927727" y="25273"/>
                  </a:lnTo>
                  <a:lnTo>
                    <a:pt x="4927727" y="25273"/>
                  </a:lnTo>
                  <a:cubicBezTo>
                    <a:pt x="4925695" y="23241"/>
                    <a:pt x="4923409" y="21717"/>
                    <a:pt x="4920869" y="20701"/>
                  </a:cubicBezTo>
                  <a:lnTo>
                    <a:pt x="4924552" y="11938"/>
                  </a:lnTo>
                  <a:lnTo>
                    <a:pt x="4920869" y="20701"/>
                  </a:lnTo>
                  <a:cubicBezTo>
                    <a:pt x="4918202" y="19558"/>
                    <a:pt x="4915535" y="19050"/>
                    <a:pt x="4912741" y="19050"/>
                  </a:cubicBezTo>
                  <a:lnTo>
                    <a:pt x="40259" y="19050"/>
                  </a:lnTo>
                  <a:cubicBezTo>
                    <a:pt x="37465" y="19050"/>
                    <a:pt x="34798" y="19558"/>
                    <a:pt x="32131" y="20701"/>
                  </a:cubicBezTo>
                  <a:lnTo>
                    <a:pt x="28448" y="11938"/>
                  </a:lnTo>
                  <a:lnTo>
                    <a:pt x="32131" y="20701"/>
                  </a:lnTo>
                  <a:cubicBezTo>
                    <a:pt x="29464" y="21844"/>
                    <a:pt x="27178" y="23368"/>
                    <a:pt x="25273" y="25273"/>
                  </a:cubicBezTo>
                  <a:lnTo>
                    <a:pt x="25273" y="25273"/>
                  </a:lnTo>
                  <a:lnTo>
                    <a:pt x="25273" y="25273"/>
                  </a:lnTo>
                  <a:cubicBezTo>
                    <a:pt x="23241" y="27305"/>
                    <a:pt x="21717" y="29591"/>
                    <a:pt x="20701" y="32131"/>
                  </a:cubicBezTo>
                  <a:lnTo>
                    <a:pt x="20701" y="32131"/>
                  </a:lnTo>
                  <a:lnTo>
                    <a:pt x="20701" y="32131"/>
                  </a:lnTo>
                  <a:cubicBezTo>
                    <a:pt x="19685" y="34671"/>
                    <a:pt x="19050" y="37465"/>
                    <a:pt x="19050" y="40259"/>
                  </a:cubicBezTo>
                  <a:lnTo>
                    <a:pt x="19050" y="893064"/>
                  </a:lnTo>
                  <a:close/>
                </a:path>
              </a:pathLst>
            </a:custGeom>
            <a:solidFill>
              <a:srgbClr val="2A199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3373" y="2159000"/>
              <a:ext cx="76327" cy="933450"/>
            </a:xfrm>
            <a:custGeom>
              <a:avLst/>
              <a:gdLst/>
              <a:ahLst/>
              <a:cxnLst/>
              <a:rect r="r" b="b" t="t" l="l"/>
              <a:pathLst>
                <a:path h="933450" w="76327">
                  <a:moveTo>
                    <a:pt x="127" y="893191"/>
                  </a:moveTo>
                  <a:lnTo>
                    <a:pt x="127" y="40259"/>
                  </a:lnTo>
                  <a:cubicBezTo>
                    <a:pt x="127" y="34925"/>
                    <a:pt x="1143" y="29845"/>
                    <a:pt x="3175" y="24892"/>
                  </a:cubicBezTo>
                  <a:cubicBezTo>
                    <a:pt x="5207" y="19939"/>
                    <a:pt x="8128" y="15621"/>
                    <a:pt x="11938" y="11811"/>
                  </a:cubicBezTo>
                  <a:cubicBezTo>
                    <a:pt x="15748" y="8001"/>
                    <a:pt x="20066" y="5080"/>
                    <a:pt x="25019" y="3048"/>
                  </a:cubicBezTo>
                  <a:cubicBezTo>
                    <a:pt x="29972" y="1016"/>
                    <a:pt x="35179" y="0"/>
                    <a:pt x="40513" y="0"/>
                  </a:cubicBezTo>
                  <a:lnTo>
                    <a:pt x="76327" y="0"/>
                  </a:lnTo>
                  <a:lnTo>
                    <a:pt x="76327" y="933450"/>
                  </a:lnTo>
                  <a:lnTo>
                    <a:pt x="40386" y="933450"/>
                  </a:lnTo>
                  <a:cubicBezTo>
                    <a:pt x="35052" y="933450"/>
                    <a:pt x="29845" y="932434"/>
                    <a:pt x="24892" y="930402"/>
                  </a:cubicBezTo>
                  <a:cubicBezTo>
                    <a:pt x="19939" y="928370"/>
                    <a:pt x="15621" y="925449"/>
                    <a:pt x="11811" y="921639"/>
                  </a:cubicBezTo>
                  <a:cubicBezTo>
                    <a:pt x="8001" y="917829"/>
                    <a:pt x="5080" y="913511"/>
                    <a:pt x="3048" y="908558"/>
                  </a:cubicBezTo>
                  <a:cubicBezTo>
                    <a:pt x="1016" y="903605"/>
                    <a:pt x="0" y="898525"/>
                    <a:pt x="0" y="893191"/>
                  </a:cubicBezTo>
                </a:path>
              </a:pathLst>
            </a:custGeom>
            <a:solidFill>
              <a:srgbClr val="2B0AFF"/>
            </a:solid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9580245" y="8059674"/>
            <a:ext cx="1754505" cy="419100"/>
          </a:xfrm>
          <a:custGeom>
            <a:avLst/>
            <a:gdLst/>
            <a:ahLst/>
            <a:cxnLst/>
            <a:rect r="r" b="b" t="t" l="l"/>
            <a:pathLst>
              <a:path h="419100" w="1754505">
                <a:moveTo>
                  <a:pt x="0" y="0"/>
                </a:moveTo>
                <a:lnTo>
                  <a:pt x="1754505" y="0"/>
                </a:lnTo>
                <a:lnTo>
                  <a:pt x="17545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20163" y="2101529"/>
            <a:ext cx="5641648" cy="39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b="true" sz="226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Behind the Scenes: Tools and Technology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75312" y="3855920"/>
            <a:ext cx="1846402" cy="28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2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Advanced Design Software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589958" y="4174903"/>
            <a:ext cx="33004" cy="25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075312" y="4903670"/>
            <a:ext cx="2097434" cy="287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2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Custom Scripting (Conceptual)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404544" y="5222653"/>
            <a:ext cx="33004" cy="25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75312" y="2827220"/>
            <a:ext cx="2241204" cy="27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2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Gamma Markup Language (GML)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36591" y="3127153"/>
            <a:ext cx="33004" cy="25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0163" y="6279928"/>
            <a:ext cx="8050035" cy="15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The meticulous selection of these technologies ensures a robust, scalable, and visually stunning digital portfolio that is both functional and future-proof.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075312" y="4251103"/>
            <a:ext cx="4110018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Leveraged industry-standardtools like Adobe XD and Figma for wireframing,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75312" y="4441603"/>
            <a:ext cx="2698366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prototyping, and creating intricate UI/UX elements.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75312" y="5298853"/>
            <a:ext cx="4222975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Integrated custom scriptsfordynamic content loading and interactive features,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75312" y="5489353"/>
            <a:ext cx="2829496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enhancing the user experience beyond static display.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75312" y="3203353"/>
            <a:ext cx="4359440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Utilised foritsresponsive designcapabilities and structured content presentation,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75312" y="3393853"/>
            <a:ext cx="2974477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ensuring cross-platform compatibility and visual fidelity.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3503" y="-63246"/>
            <a:ext cx="11556997" cy="8699497"/>
          </a:xfrm>
          <a:custGeom>
            <a:avLst/>
            <a:gdLst/>
            <a:ahLst/>
            <a:cxnLst/>
            <a:rect r="r" b="b" t="t" l="l"/>
            <a:pathLst>
              <a:path h="8699497" w="11556997">
                <a:moveTo>
                  <a:pt x="0" y="0"/>
                </a:moveTo>
                <a:lnTo>
                  <a:pt x="11556997" y="0"/>
                </a:lnTo>
                <a:lnTo>
                  <a:pt x="11556997" y="8699497"/>
                </a:lnTo>
                <a:lnTo>
                  <a:pt x="0" y="8699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80245" y="8059674"/>
            <a:ext cx="1754505" cy="419100"/>
          </a:xfrm>
          <a:custGeom>
            <a:avLst/>
            <a:gdLst/>
            <a:ahLst/>
            <a:cxnLst/>
            <a:rect r="r" b="b" t="t" l="l"/>
            <a:pathLst>
              <a:path h="419100" w="1754505">
                <a:moveTo>
                  <a:pt x="0" y="0"/>
                </a:moveTo>
                <a:lnTo>
                  <a:pt x="1754505" y="0"/>
                </a:lnTo>
                <a:lnTo>
                  <a:pt x="17545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0163" y="2653979"/>
            <a:ext cx="5661746" cy="393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b="true" sz="226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Design Philosophy: Elegance and Intuition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9842" y="3736753"/>
            <a:ext cx="3698329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Optimised for seamless viewing across desktops, tablets, and mobile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6638" y="3917728"/>
            <a:ext cx="2528468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devices, adapting gracefully to any screen size.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46709" y="3736753"/>
            <a:ext cx="3487331" cy="35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 clean, uncluttered aesthetic that puts the focus squarely on the content, reducing visual noise and enhancing readability.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8946" y="4984528"/>
            <a:ext cx="3546224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Incorporates contemporary design trends, typography, and colour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46709" y="4984528"/>
            <a:ext cx="3855910" cy="35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User journeys are carefully mapped, ensuring logical flow and effortless navigation through diverse project categories.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3306" y="5165503"/>
            <a:ext cx="2674734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palettes to convey a fresh and professional image.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08099" y="5708428"/>
            <a:ext cx="8176384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Every design choice was deliberately made to create an immersive and memorable experience for the viewer, reflecting the quality of the work presented.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61044" y="4713170"/>
            <a:ext cx="537048" cy="20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6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Modern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09680" y="3474920"/>
            <a:ext cx="793432" cy="20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6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Responsive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046709" y="4713170"/>
            <a:ext cx="548688" cy="20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6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Intuitive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46709" y="3474920"/>
            <a:ext cx="702754" cy="201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6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Minimalist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3503" y="-63246"/>
            <a:ext cx="11556997" cy="8699497"/>
            <a:chOff x="0" y="0"/>
            <a:chExt cx="11557000" cy="8699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8635746"/>
              <a:ext cx="11430000" cy="254"/>
            </a:xfrm>
            <a:custGeom>
              <a:avLst/>
              <a:gdLst/>
              <a:ahLst/>
              <a:cxnLst/>
              <a:rect r="r" b="b" t="t" l="l"/>
              <a:pathLst>
                <a:path h="254" w="11430000">
                  <a:moveTo>
                    <a:pt x="0" y="0"/>
                  </a:moveTo>
                  <a:lnTo>
                    <a:pt x="0" y="254"/>
                  </a:lnTo>
                  <a:lnTo>
                    <a:pt x="11430000" y="254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82625" y="2415921"/>
              <a:ext cx="6000750" cy="19050"/>
            </a:xfrm>
            <a:custGeom>
              <a:avLst/>
              <a:gdLst/>
              <a:ahLst/>
              <a:cxnLst/>
              <a:rect r="r" b="b" t="t" l="l"/>
              <a:pathLst>
                <a:path h="19050" w="6000750">
                  <a:moveTo>
                    <a:pt x="0" y="19050"/>
                  </a:moveTo>
                  <a:lnTo>
                    <a:pt x="6000750" y="19050"/>
                  </a:lnTo>
                  <a:lnTo>
                    <a:pt x="6000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0A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82625" y="3558921"/>
              <a:ext cx="6000750" cy="19050"/>
            </a:xfrm>
            <a:custGeom>
              <a:avLst/>
              <a:gdLst/>
              <a:ahLst/>
              <a:cxnLst/>
              <a:rect r="r" b="b" t="t" l="l"/>
              <a:pathLst>
                <a:path h="19050" w="6000750">
                  <a:moveTo>
                    <a:pt x="0" y="19050"/>
                  </a:moveTo>
                  <a:lnTo>
                    <a:pt x="6000750" y="19050"/>
                  </a:lnTo>
                  <a:lnTo>
                    <a:pt x="6000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0A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82625" y="4692396"/>
              <a:ext cx="6000750" cy="19050"/>
            </a:xfrm>
            <a:custGeom>
              <a:avLst/>
              <a:gdLst/>
              <a:ahLst/>
              <a:cxnLst/>
              <a:rect r="r" b="b" t="t" l="l"/>
              <a:pathLst>
                <a:path h="19050" w="6000750">
                  <a:moveTo>
                    <a:pt x="0" y="19050"/>
                  </a:moveTo>
                  <a:lnTo>
                    <a:pt x="6000750" y="19050"/>
                  </a:lnTo>
                  <a:lnTo>
                    <a:pt x="6000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0A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82625" y="5825871"/>
              <a:ext cx="6000750" cy="19050"/>
            </a:xfrm>
            <a:custGeom>
              <a:avLst/>
              <a:gdLst/>
              <a:ahLst/>
              <a:cxnLst/>
              <a:rect r="r" b="b" t="t" l="l"/>
              <a:pathLst>
                <a:path h="19050" w="6000750">
                  <a:moveTo>
                    <a:pt x="0" y="19050"/>
                  </a:moveTo>
                  <a:lnTo>
                    <a:pt x="6000750" y="19050"/>
                  </a:lnTo>
                  <a:lnTo>
                    <a:pt x="600075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B0AFF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6915150" y="2181225"/>
            <a:ext cx="2533650" cy="2533650"/>
            <a:chOff x="0" y="0"/>
            <a:chExt cx="3378200" cy="3378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378200" cy="3378200"/>
            </a:xfrm>
            <a:custGeom>
              <a:avLst/>
              <a:gdLst/>
              <a:ahLst/>
              <a:cxnLst/>
              <a:rect r="r" b="b" t="t" l="l"/>
              <a:pathLst>
                <a:path h="3378200" w="3378200">
                  <a:moveTo>
                    <a:pt x="53467" y="0"/>
                  </a:moveTo>
                  <a:cubicBezTo>
                    <a:pt x="38735" y="0"/>
                    <a:pt x="26162" y="5334"/>
                    <a:pt x="15748" y="15748"/>
                  </a:cubicBezTo>
                  <a:cubicBezTo>
                    <a:pt x="5334" y="26162"/>
                    <a:pt x="0" y="38862"/>
                    <a:pt x="0" y="53721"/>
                  </a:cubicBezTo>
                  <a:lnTo>
                    <a:pt x="0" y="3324479"/>
                  </a:lnTo>
                  <a:cubicBezTo>
                    <a:pt x="0" y="3339338"/>
                    <a:pt x="5207" y="3352038"/>
                    <a:pt x="15748" y="3362452"/>
                  </a:cubicBezTo>
                  <a:cubicBezTo>
                    <a:pt x="26289" y="3372865"/>
                    <a:pt x="38862" y="3378200"/>
                    <a:pt x="53721" y="3378200"/>
                  </a:cubicBezTo>
                  <a:lnTo>
                    <a:pt x="3324479" y="3378200"/>
                  </a:lnTo>
                  <a:cubicBezTo>
                    <a:pt x="3339338" y="3378200"/>
                    <a:pt x="3352038" y="3372993"/>
                    <a:pt x="3362452" y="3362452"/>
                  </a:cubicBezTo>
                  <a:cubicBezTo>
                    <a:pt x="3372865" y="3351911"/>
                    <a:pt x="3378200" y="3339338"/>
                    <a:pt x="3378200" y="3324479"/>
                  </a:cubicBezTo>
                  <a:lnTo>
                    <a:pt x="3378200" y="53721"/>
                  </a:lnTo>
                  <a:cubicBezTo>
                    <a:pt x="3378200" y="38862"/>
                    <a:pt x="3372993" y="26162"/>
                    <a:pt x="3362452" y="15748"/>
                  </a:cubicBezTo>
                  <a:cubicBezTo>
                    <a:pt x="3351911" y="5334"/>
                    <a:pt x="3339465" y="0"/>
                    <a:pt x="332473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9580245" y="8059674"/>
            <a:ext cx="1754505" cy="419100"/>
          </a:xfrm>
          <a:custGeom>
            <a:avLst/>
            <a:gdLst/>
            <a:ahLst/>
            <a:cxnLst/>
            <a:rect r="r" b="b" t="t" l="l"/>
            <a:pathLst>
              <a:path h="419100" w="1754505">
                <a:moveTo>
                  <a:pt x="0" y="0"/>
                </a:moveTo>
                <a:lnTo>
                  <a:pt x="1754505" y="0"/>
                </a:lnTo>
                <a:lnTo>
                  <a:pt x="17545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09448" y="1491929"/>
            <a:ext cx="6153769" cy="4546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b="true" sz="226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Key Features &amp; Functionality</a:t>
            </a:r>
          </a:p>
          <a:p>
            <a:pPr algn="l">
              <a:lnSpc>
                <a:spcPts val="1269"/>
              </a:lnSpc>
            </a:pPr>
            <a:r>
              <a:rPr lang="en-US" sz="906">
                <a:solidFill>
                  <a:srgbClr val="E5E0DF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</a:p>
          <a:p>
            <a:pPr algn="l">
              <a:lnSpc>
                <a:spcPts val="1586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Dynamic Project Galleries</a:t>
            </a:r>
          </a:p>
          <a:p>
            <a:pPr algn="l">
              <a:lnSpc>
                <a:spcPts val="149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Interactive galleries allow viewers to explore project images and videos with zoom and full-screen options, highlighting visual assets.</a:t>
            </a:r>
          </a:p>
          <a:p>
            <a:pPr algn="l">
              <a:lnSpc>
                <a:spcPts val="2266"/>
              </a:lnSpc>
            </a:pPr>
            <a:r>
              <a:rPr lang="en-US" sz="906">
                <a:solidFill>
                  <a:srgbClr val="E5E0DF"/>
                </a:solidFill>
                <a:latin typeface="Inter Light"/>
                <a:ea typeface="Inter Light"/>
                <a:cs typeface="Inter Light"/>
                <a:sym typeface="Inter Light"/>
              </a:rPr>
              <a:t>02</a:t>
            </a:r>
          </a:p>
          <a:p>
            <a:pPr algn="l">
              <a:lnSpc>
                <a:spcPts val="1586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Categorised Work Showcase</a:t>
            </a:r>
          </a:p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Projects are neatly organised by discipline (e.g., UI/UX, illustration, branding), enabling targeted browsing based on viewer interest. </a:t>
            </a:r>
            <a:r>
              <a:rPr lang="en-US" sz="906">
                <a:solidFill>
                  <a:srgbClr val="E5E0DF"/>
                </a:solidFill>
                <a:latin typeface="Inter Light"/>
                <a:ea typeface="Inter Light"/>
                <a:cs typeface="Inter Light"/>
                <a:sym typeface="Inter Light"/>
              </a:rPr>
              <a:t>03</a:t>
            </a:r>
          </a:p>
          <a:p>
            <a:pPr algn="l">
              <a:lnSpc>
                <a:spcPts val="1586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Integrated Case Studies</a:t>
            </a:r>
          </a:p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Each project is accompanied by a concise case study outlining challenges, solutions, and measurable outcomes, providing context.</a:t>
            </a:r>
          </a:p>
          <a:p>
            <a:pPr algn="l">
              <a:lnSpc>
                <a:spcPts val="2266"/>
              </a:lnSpc>
            </a:pPr>
            <a:r>
              <a:rPr lang="en-US" sz="906">
                <a:solidFill>
                  <a:srgbClr val="E5E0DF"/>
                </a:solidFill>
                <a:latin typeface="Inter Light"/>
                <a:ea typeface="Inter Light"/>
                <a:cs typeface="Inter Light"/>
                <a:sym typeface="Inter Light"/>
              </a:rPr>
              <a:t>04</a:t>
            </a:r>
          </a:p>
          <a:p>
            <a:pPr algn="l">
              <a:lnSpc>
                <a:spcPts val="1586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Direct</a:t>
            </a:r>
            <a:r>
              <a:rPr lang="en-US" b="true" sz="113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Contact</a:t>
            </a:r>
            <a:r>
              <a:rPr lang="en-US" b="true" sz="113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&amp;</a:t>
            </a:r>
            <a:r>
              <a:rPr lang="en-US" b="true" sz="113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Social</a:t>
            </a:r>
            <a:r>
              <a:rPr lang="en-US" b="true" sz="113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Links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5394" y="5789495"/>
            <a:ext cx="34795" cy="2492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6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0163" y="6146578"/>
            <a:ext cx="6041746" cy="36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9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Seamless integration of contact forms and social media profiles facilitates direct communication and professional networking.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39516" y="6784753"/>
            <a:ext cx="7908112" cy="25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These features combine to create a comprehensive and user-friendly platform, transforming a simple portfolio into a powerful interactive experience.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257"/>
            <a:ext cx="11430000" cy="8572500"/>
            <a:chOff x="0" y="0"/>
            <a:chExt cx="11430000" cy="857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572246"/>
              <a:ext cx="11430000" cy="254"/>
            </a:xfrm>
            <a:custGeom>
              <a:avLst/>
              <a:gdLst/>
              <a:ahLst/>
              <a:cxnLst/>
              <a:rect r="r" b="b" t="t" l="l"/>
              <a:pathLst>
                <a:path h="254" w="11430000">
                  <a:moveTo>
                    <a:pt x="0" y="0"/>
                  </a:moveTo>
                  <a:lnTo>
                    <a:pt x="0" y="254"/>
                  </a:lnTo>
                  <a:lnTo>
                    <a:pt x="11430000" y="254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628650" y="2686050"/>
            <a:ext cx="3295650" cy="2124075"/>
            <a:chOff x="0" y="0"/>
            <a:chExt cx="4394200" cy="2832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394200" cy="2832100"/>
            </a:xfrm>
            <a:custGeom>
              <a:avLst/>
              <a:gdLst/>
              <a:ahLst/>
              <a:cxnLst/>
              <a:rect r="r" b="b" t="t" l="l"/>
              <a:pathLst>
                <a:path h="2832100" w="4394200">
                  <a:moveTo>
                    <a:pt x="82677" y="0"/>
                  </a:moveTo>
                  <a:cubicBezTo>
                    <a:pt x="71755" y="0"/>
                    <a:pt x="61214" y="2159"/>
                    <a:pt x="51054" y="6350"/>
                  </a:cubicBezTo>
                  <a:cubicBezTo>
                    <a:pt x="40894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350" y="51054"/>
                  </a:cubicBezTo>
                  <a:cubicBezTo>
                    <a:pt x="2159" y="61214"/>
                    <a:pt x="0" y="71755"/>
                    <a:pt x="0" y="82677"/>
                  </a:cubicBezTo>
                  <a:lnTo>
                    <a:pt x="0" y="2749423"/>
                  </a:lnTo>
                  <a:cubicBezTo>
                    <a:pt x="0" y="2760345"/>
                    <a:pt x="2159" y="2770886"/>
                    <a:pt x="6350" y="2781046"/>
                  </a:cubicBezTo>
                  <a:cubicBezTo>
                    <a:pt x="10541" y="2791206"/>
                    <a:pt x="16510" y="2800096"/>
                    <a:pt x="24257" y="2807843"/>
                  </a:cubicBezTo>
                  <a:cubicBezTo>
                    <a:pt x="32004" y="2815590"/>
                    <a:pt x="40894" y="2821559"/>
                    <a:pt x="51054" y="2825750"/>
                  </a:cubicBezTo>
                  <a:cubicBezTo>
                    <a:pt x="61214" y="2829941"/>
                    <a:pt x="71755" y="2832100"/>
                    <a:pt x="82677" y="2832100"/>
                  </a:cubicBezTo>
                  <a:lnTo>
                    <a:pt x="4311523" y="2832100"/>
                  </a:lnTo>
                  <a:cubicBezTo>
                    <a:pt x="4322445" y="2832100"/>
                    <a:pt x="4332986" y="2829941"/>
                    <a:pt x="4343146" y="2825750"/>
                  </a:cubicBezTo>
                  <a:cubicBezTo>
                    <a:pt x="4353306" y="2821559"/>
                    <a:pt x="4362196" y="2815590"/>
                    <a:pt x="4369943" y="2807843"/>
                  </a:cubicBezTo>
                  <a:cubicBezTo>
                    <a:pt x="4377689" y="2800096"/>
                    <a:pt x="4383658" y="2791079"/>
                    <a:pt x="4387850" y="2781046"/>
                  </a:cubicBezTo>
                  <a:cubicBezTo>
                    <a:pt x="4392041" y="2771013"/>
                    <a:pt x="4394200" y="2760345"/>
                    <a:pt x="4394200" y="2749423"/>
                  </a:cubicBezTo>
                  <a:lnTo>
                    <a:pt x="4394200" y="82677"/>
                  </a:lnTo>
                  <a:cubicBezTo>
                    <a:pt x="4394200" y="71755"/>
                    <a:pt x="4392040" y="61214"/>
                    <a:pt x="4387850" y="51054"/>
                  </a:cubicBezTo>
                  <a:cubicBezTo>
                    <a:pt x="4383659" y="40894"/>
                    <a:pt x="4377690" y="32004"/>
                    <a:pt x="4369943" y="24257"/>
                  </a:cubicBezTo>
                  <a:cubicBezTo>
                    <a:pt x="4362195" y="16510"/>
                    <a:pt x="4353306" y="10541"/>
                    <a:pt x="4343146" y="6350"/>
                  </a:cubicBezTo>
                  <a:cubicBezTo>
                    <a:pt x="4332986" y="2159"/>
                    <a:pt x="4322445" y="0"/>
                    <a:pt x="4311523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16" r="0" b="-216"/>
              </a:stretch>
            </a:blip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4067175" y="2686050"/>
            <a:ext cx="3295650" cy="2124075"/>
            <a:chOff x="0" y="0"/>
            <a:chExt cx="4394200" cy="2832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94200" cy="2832100"/>
            </a:xfrm>
            <a:custGeom>
              <a:avLst/>
              <a:gdLst/>
              <a:ahLst/>
              <a:cxnLst/>
              <a:rect r="r" b="b" t="t" l="l"/>
              <a:pathLst>
                <a:path h="2832100" w="4394200">
                  <a:moveTo>
                    <a:pt x="82677" y="0"/>
                  </a:moveTo>
                  <a:cubicBezTo>
                    <a:pt x="71755" y="0"/>
                    <a:pt x="61214" y="2159"/>
                    <a:pt x="51054" y="6350"/>
                  </a:cubicBezTo>
                  <a:cubicBezTo>
                    <a:pt x="40894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350" y="51054"/>
                  </a:cubicBezTo>
                  <a:cubicBezTo>
                    <a:pt x="2159" y="61214"/>
                    <a:pt x="0" y="71755"/>
                    <a:pt x="0" y="82677"/>
                  </a:cubicBezTo>
                  <a:lnTo>
                    <a:pt x="0" y="2749423"/>
                  </a:lnTo>
                  <a:cubicBezTo>
                    <a:pt x="0" y="2760345"/>
                    <a:pt x="2159" y="2770886"/>
                    <a:pt x="6350" y="2781046"/>
                  </a:cubicBezTo>
                  <a:cubicBezTo>
                    <a:pt x="10541" y="2791206"/>
                    <a:pt x="16510" y="2800096"/>
                    <a:pt x="24257" y="2807843"/>
                  </a:cubicBezTo>
                  <a:cubicBezTo>
                    <a:pt x="32004" y="2815590"/>
                    <a:pt x="40894" y="2821559"/>
                    <a:pt x="51054" y="2825750"/>
                  </a:cubicBezTo>
                  <a:cubicBezTo>
                    <a:pt x="61214" y="2829941"/>
                    <a:pt x="71755" y="2832100"/>
                    <a:pt x="82677" y="2832100"/>
                  </a:cubicBezTo>
                  <a:lnTo>
                    <a:pt x="4311523" y="2832100"/>
                  </a:lnTo>
                  <a:cubicBezTo>
                    <a:pt x="4322445" y="2832100"/>
                    <a:pt x="4332986" y="2829941"/>
                    <a:pt x="4343146" y="2825750"/>
                  </a:cubicBezTo>
                  <a:cubicBezTo>
                    <a:pt x="4353306" y="2821559"/>
                    <a:pt x="4362196" y="2815590"/>
                    <a:pt x="4369943" y="2807843"/>
                  </a:cubicBezTo>
                  <a:cubicBezTo>
                    <a:pt x="4377689" y="2800096"/>
                    <a:pt x="4383658" y="2791079"/>
                    <a:pt x="4387850" y="2781046"/>
                  </a:cubicBezTo>
                  <a:cubicBezTo>
                    <a:pt x="4392041" y="2771013"/>
                    <a:pt x="4394200" y="2760345"/>
                    <a:pt x="4394200" y="2749423"/>
                  </a:cubicBezTo>
                  <a:lnTo>
                    <a:pt x="4394200" y="82677"/>
                  </a:lnTo>
                  <a:cubicBezTo>
                    <a:pt x="4394200" y="71755"/>
                    <a:pt x="4392040" y="61214"/>
                    <a:pt x="4387850" y="51054"/>
                  </a:cubicBezTo>
                  <a:cubicBezTo>
                    <a:pt x="4383659" y="40894"/>
                    <a:pt x="4377690" y="32004"/>
                    <a:pt x="4369943" y="24257"/>
                  </a:cubicBezTo>
                  <a:cubicBezTo>
                    <a:pt x="4362195" y="16510"/>
                    <a:pt x="4353306" y="10541"/>
                    <a:pt x="4343146" y="6350"/>
                  </a:cubicBezTo>
                  <a:cubicBezTo>
                    <a:pt x="4332986" y="2159"/>
                    <a:pt x="4322445" y="0"/>
                    <a:pt x="4311523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16" r="0" b="-216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505700" y="2686050"/>
            <a:ext cx="3295650" cy="2124075"/>
            <a:chOff x="0" y="0"/>
            <a:chExt cx="4394200" cy="2832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94200" cy="2832100"/>
            </a:xfrm>
            <a:custGeom>
              <a:avLst/>
              <a:gdLst/>
              <a:ahLst/>
              <a:cxnLst/>
              <a:rect r="r" b="b" t="t" l="l"/>
              <a:pathLst>
                <a:path h="2832100" w="4394200">
                  <a:moveTo>
                    <a:pt x="82677" y="0"/>
                  </a:moveTo>
                  <a:cubicBezTo>
                    <a:pt x="71755" y="0"/>
                    <a:pt x="61214" y="2159"/>
                    <a:pt x="51054" y="6350"/>
                  </a:cubicBezTo>
                  <a:cubicBezTo>
                    <a:pt x="40894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223" y="51054"/>
                  </a:cubicBezTo>
                  <a:cubicBezTo>
                    <a:pt x="1905" y="61214"/>
                    <a:pt x="0" y="71755"/>
                    <a:pt x="0" y="82677"/>
                  </a:cubicBezTo>
                  <a:lnTo>
                    <a:pt x="0" y="2749423"/>
                  </a:lnTo>
                  <a:cubicBezTo>
                    <a:pt x="0" y="2760345"/>
                    <a:pt x="2159" y="2770886"/>
                    <a:pt x="6223" y="2781046"/>
                  </a:cubicBezTo>
                  <a:cubicBezTo>
                    <a:pt x="10287" y="2791206"/>
                    <a:pt x="16383" y="2800096"/>
                    <a:pt x="24130" y="2807843"/>
                  </a:cubicBezTo>
                  <a:cubicBezTo>
                    <a:pt x="31877" y="2815590"/>
                    <a:pt x="40767" y="2821559"/>
                    <a:pt x="50927" y="2825750"/>
                  </a:cubicBezTo>
                  <a:cubicBezTo>
                    <a:pt x="61087" y="2829941"/>
                    <a:pt x="71628" y="2832100"/>
                    <a:pt x="82550" y="2832100"/>
                  </a:cubicBezTo>
                  <a:lnTo>
                    <a:pt x="4311523" y="2832100"/>
                  </a:lnTo>
                  <a:cubicBezTo>
                    <a:pt x="4322445" y="2832100"/>
                    <a:pt x="4332986" y="2829941"/>
                    <a:pt x="4343146" y="2825750"/>
                  </a:cubicBezTo>
                  <a:cubicBezTo>
                    <a:pt x="4353306" y="2821559"/>
                    <a:pt x="4362196" y="2815590"/>
                    <a:pt x="4369943" y="2807843"/>
                  </a:cubicBezTo>
                  <a:cubicBezTo>
                    <a:pt x="4377689" y="2800096"/>
                    <a:pt x="4383658" y="2791079"/>
                    <a:pt x="4387850" y="2781046"/>
                  </a:cubicBezTo>
                  <a:cubicBezTo>
                    <a:pt x="4392041" y="2771013"/>
                    <a:pt x="4394200" y="2760345"/>
                    <a:pt x="4394200" y="2749423"/>
                  </a:cubicBezTo>
                  <a:lnTo>
                    <a:pt x="4394200" y="82677"/>
                  </a:lnTo>
                  <a:cubicBezTo>
                    <a:pt x="4394200" y="71755"/>
                    <a:pt x="4392040" y="61214"/>
                    <a:pt x="4387850" y="51054"/>
                  </a:cubicBezTo>
                  <a:cubicBezTo>
                    <a:pt x="4383659" y="40894"/>
                    <a:pt x="4377690" y="32004"/>
                    <a:pt x="4369943" y="24257"/>
                  </a:cubicBezTo>
                  <a:cubicBezTo>
                    <a:pt x="4362195" y="16510"/>
                    <a:pt x="4353306" y="10541"/>
                    <a:pt x="4343146" y="6350"/>
                  </a:cubicBezTo>
                  <a:cubicBezTo>
                    <a:pt x="4332986" y="2159"/>
                    <a:pt x="4322445" y="0"/>
                    <a:pt x="4311523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216" r="0" b="-216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28650" y="4953000"/>
            <a:ext cx="5019675" cy="2124075"/>
            <a:chOff x="0" y="0"/>
            <a:chExt cx="6692900" cy="2832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92899" cy="2832100"/>
            </a:xfrm>
            <a:custGeom>
              <a:avLst/>
              <a:gdLst/>
              <a:ahLst/>
              <a:cxnLst/>
              <a:rect r="r" b="b" t="t" l="l"/>
              <a:pathLst>
                <a:path h="2832100" w="6692899">
                  <a:moveTo>
                    <a:pt x="82677" y="0"/>
                  </a:moveTo>
                  <a:cubicBezTo>
                    <a:pt x="71755" y="0"/>
                    <a:pt x="61214" y="2159"/>
                    <a:pt x="51054" y="6350"/>
                  </a:cubicBezTo>
                  <a:cubicBezTo>
                    <a:pt x="40894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350" y="51054"/>
                  </a:cubicBezTo>
                  <a:cubicBezTo>
                    <a:pt x="2159" y="61214"/>
                    <a:pt x="0" y="71755"/>
                    <a:pt x="0" y="82677"/>
                  </a:cubicBezTo>
                  <a:lnTo>
                    <a:pt x="0" y="2749423"/>
                  </a:lnTo>
                  <a:cubicBezTo>
                    <a:pt x="0" y="2760345"/>
                    <a:pt x="2159" y="2770886"/>
                    <a:pt x="6350" y="2781046"/>
                  </a:cubicBezTo>
                  <a:cubicBezTo>
                    <a:pt x="10541" y="2791206"/>
                    <a:pt x="16510" y="2800096"/>
                    <a:pt x="24257" y="2807843"/>
                  </a:cubicBezTo>
                  <a:cubicBezTo>
                    <a:pt x="32004" y="2815590"/>
                    <a:pt x="40894" y="2821559"/>
                    <a:pt x="51054" y="2825750"/>
                  </a:cubicBezTo>
                  <a:cubicBezTo>
                    <a:pt x="61214" y="2829941"/>
                    <a:pt x="71755" y="2832100"/>
                    <a:pt x="82677" y="2832100"/>
                  </a:cubicBezTo>
                  <a:lnTo>
                    <a:pt x="6610223" y="2832100"/>
                  </a:lnTo>
                  <a:cubicBezTo>
                    <a:pt x="6621145" y="2832100"/>
                    <a:pt x="6631686" y="2829941"/>
                    <a:pt x="6641846" y="2825750"/>
                  </a:cubicBezTo>
                  <a:cubicBezTo>
                    <a:pt x="6652006" y="2821559"/>
                    <a:pt x="6660896" y="2815590"/>
                    <a:pt x="6668643" y="2807843"/>
                  </a:cubicBezTo>
                  <a:cubicBezTo>
                    <a:pt x="6676389" y="2800096"/>
                    <a:pt x="6682359" y="2791079"/>
                    <a:pt x="6686549" y="2781046"/>
                  </a:cubicBezTo>
                  <a:cubicBezTo>
                    <a:pt x="6690740" y="2771013"/>
                    <a:pt x="6692899" y="2760345"/>
                    <a:pt x="6692899" y="2749423"/>
                  </a:cubicBezTo>
                  <a:lnTo>
                    <a:pt x="6692899" y="82677"/>
                  </a:lnTo>
                  <a:cubicBezTo>
                    <a:pt x="6692899" y="71755"/>
                    <a:pt x="6690740" y="61214"/>
                    <a:pt x="6686549" y="51054"/>
                  </a:cubicBezTo>
                  <a:cubicBezTo>
                    <a:pt x="6682358" y="40894"/>
                    <a:pt x="6676389" y="32004"/>
                    <a:pt x="6668643" y="24257"/>
                  </a:cubicBezTo>
                  <a:cubicBezTo>
                    <a:pt x="6660896" y="16510"/>
                    <a:pt x="6652006" y="10541"/>
                    <a:pt x="6641846" y="6350"/>
                  </a:cubicBezTo>
                  <a:cubicBezTo>
                    <a:pt x="6631685" y="2159"/>
                    <a:pt x="6621145" y="0"/>
                    <a:pt x="6610223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24" r="0" b="-269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5781675" y="4953000"/>
            <a:ext cx="5019675" cy="2124075"/>
            <a:chOff x="0" y="0"/>
            <a:chExt cx="6692900" cy="2832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92899" cy="2832100"/>
            </a:xfrm>
            <a:custGeom>
              <a:avLst/>
              <a:gdLst/>
              <a:ahLst/>
              <a:cxnLst/>
              <a:rect r="r" b="b" t="t" l="l"/>
              <a:pathLst>
                <a:path h="2832100" w="6692899">
                  <a:moveTo>
                    <a:pt x="82677" y="0"/>
                  </a:moveTo>
                  <a:cubicBezTo>
                    <a:pt x="71755" y="0"/>
                    <a:pt x="61214" y="2159"/>
                    <a:pt x="51054" y="6350"/>
                  </a:cubicBezTo>
                  <a:cubicBezTo>
                    <a:pt x="40894" y="10541"/>
                    <a:pt x="32004" y="16510"/>
                    <a:pt x="24257" y="24257"/>
                  </a:cubicBezTo>
                  <a:cubicBezTo>
                    <a:pt x="16510" y="32004"/>
                    <a:pt x="10541" y="40894"/>
                    <a:pt x="6350" y="51054"/>
                  </a:cubicBezTo>
                  <a:cubicBezTo>
                    <a:pt x="2159" y="61214"/>
                    <a:pt x="0" y="71755"/>
                    <a:pt x="0" y="82677"/>
                  </a:cubicBezTo>
                  <a:lnTo>
                    <a:pt x="0" y="2749423"/>
                  </a:lnTo>
                  <a:cubicBezTo>
                    <a:pt x="0" y="2760345"/>
                    <a:pt x="2159" y="2770886"/>
                    <a:pt x="6350" y="2781046"/>
                  </a:cubicBezTo>
                  <a:cubicBezTo>
                    <a:pt x="10541" y="2791206"/>
                    <a:pt x="16510" y="2800096"/>
                    <a:pt x="24257" y="2807843"/>
                  </a:cubicBezTo>
                  <a:cubicBezTo>
                    <a:pt x="32004" y="2815590"/>
                    <a:pt x="40894" y="2821559"/>
                    <a:pt x="51054" y="2825750"/>
                  </a:cubicBezTo>
                  <a:cubicBezTo>
                    <a:pt x="61214" y="2829941"/>
                    <a:pt x="71755" y="2832100"/>
                    <a:pt x="82677" y="2832100"/>
                  </a:cubicBezTo>
                  <a:lnTo>
                    <a:pt x="6610223" y="2832100"/>
                  </a:lnTo>
                  <a:cubicBezTo>
                    <a:pt x="6621145" y="2832100"/>
                    <a:pt x="6631686" y="2829941"/>
                    <a:pt x="6641846" y="2825750"/>
                  </a:cubicBezTo>
                  <a:cubicBezTo>
                    <a:pt x="6652006" y="2821559"/>
                    <a:pt x="6660896" y="2815590"/>
                    <a:pt x="6668643" y="2807843"/>
                  </a:cubicBezTo>
                  <a:cubicBezTo>
                    <a:pt x="6676389" y="2800096"/>
                    <a:pt x="6682359" y="2791079"/>
                    <a:pt x="6686549" y="2781046"/>
                  </a:cubicBezTo>
                  <a:cubicBezTo>
                    <a:pt x="6690740" y="2771013"/>
                    <a:pt x="6692899" y="2760345"/>
                    <a:pt x="6692899" y="2749423"/>
                  </a:cubicBezTo>
                  <a:lnTo>
                    <a:pt x="6692899" y="82677"/>
                  </a:lnTo>
                  <a:cubicBezTo>
                    <a:pt x="6692899" y="71755"/>
                    <a:pt x="6690740" y="61214"/>
                    <a:pt x="6686549" y="51054"/>
                  </a:cubicBezTo>
                  <a:cubicBezTo>
                    <a:pt x="6682358" y="40894"/>
                    <a:pt x="6676389" y="32004"/>
                    <a:pt x="6668643" y="24257"/>
                  </a:cubicBezTo>
                  <a:cubicBezTo>
                    <a:pt x="6660896" y="16510"/>
                    <a:pt x="6652006" y="10541"/>
                    <a:pt x="6641846" y="6350"/>
                  </a:cubicBezTo>
                  <a:cubicBezTo>
                    <a:pt x="6631685" y="2159"/>
                    <a:pt x="6621145" y="0"/>
                    <a:pt x="6610223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224" r="0" b="-269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9580245" y="8059674"/>
            <a:ext cx="1754505" cy="419100"/>
          </a:xfrm>
          <a:custGeom>
            <a:avLst/>
            <a:gdLst/>
            <a:ahLst/>
            <a:cxnLst/>
            <a:rect r="r" b="b" t="t" l="l"/>
            <a:pathLst>
              <a:path h="419100" w="1754505">
                <a:moveTo>
                  <a:pt x="0" y="0"/>
                </a:moveTo>
                <a:lnTo>
                  <a:pt x="1754505" y="0"/>
                </a:lnTo>
                <a:lnTo>
                  <a:pt x="17545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20163" y="1175699"/>
            <a:ext cx="5597271" cy="304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4"/>
              </a:lnSpc>
            </a:pPr>
            <a:r>
              <a:rPr lang="en-US" b="true" sz="3488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Results &amp; Visual Showcase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31840" y="1672142"/>
            <a:ext cx="50778" cy="38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5659" y="7415727"/>
            <a:ext cx="8672036" cy="24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The design effectively balances form and function, ensuring that each project is presented in its best light.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0163" y="1786442"/>
            <a:ext cx="9981990" cy="27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Thedeveloped digital portfoliosuccessfully translates complexprojects into engaging visual narratives, receiving positive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0154" y="2072192"/>
            <a:ext cx="7307180" cy="27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feedbackforits clarity andaestheticappeal. Hereare someglimpsesof the final product: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7816853" y="1827352"/>
            <a:ext cx="11430000" cy="8572500"/>
            <a:chOff x="0" y="0"/>
            <a:chExt cx="11430000" cy="857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572246"/>
              <a:ext cx="11430000" cy="254"/>
            </a:xfrm>
            <a:custGeom>
              <a:avLst/>
              <a:gdLst/>
              <a:ahLst/>
              <a:cxnLst/>
              <a:rect r="r" b="b" t="t" l="l"/>
              <a:pathLst>
                <a:path h="254" w="11430000">
                  <a:moveTo>
                    <a:pt x="0" y="0"/>
                  </a:moveTo>
                  <a:lnTo>
                    <a:pt x="0" y="254"/>
                  </a:lnTo>
                  <a:lnTo>
                    <a:pt x="11430000" y="254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257"/>
            <a:ext cx="4286250" cy="8572243"/>
          </a:xfrm>
          <a:custGeom>
            <a:avLst/>
            <a:gdLst/>
            <a:ahLst/>
            <a:cxnLst/>
            <a:rect r="r" b="b" t="t" l="l"/>
            <a:pathLst>
              <a:path h="8572243" w="4286250">
                <a:moveTo>
                  <a:pt x="0" y="0"/>
                </a:moveTo>
                <a:lnTo>
                  <a:pt x="4286250" y="0"/>
                </a:lnTo>
                <a:lnTo>
                  <a:pt x="4286250" y="8572243"/>
                </a:lnTo>
                <a:lnTo>
                  <a:pt x="0" y="8572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4841872" y="3270247"/>
            <a:ext cx="3022597" cy="1308097"/>
            <a:chOff x="0" y="0"/>
            <a:chExt cx="3022600" cy="130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72898" y="72898"/>
              <a:ext cx="2876804" cy="1162304"/>
            </a:xfrm>
            <a:custGeom>
              <a:avLst/>
              <a:gdLst/>
              <a:ahLst/>
              <a:cxnLst/>
              <a:rect r="r" b="b" t="t" l="l"/>
              <a:pathLst>
                <a:path h="1162304" w="2876804">
                  <a:moveTo>
                    <a:pt x="127" y="1131443"/>
                  </a:moveTo>
                  <a:lnTo>
                    <a:pt x="127" y="30861"/>
                  </a:lnTo>
                  <a:cubicBezTo>
                    <a:pt x="127" y="26797"/>
                    <a:pt x="889" y="22860"/>
                    <a:pt x="2413" y="19050"/>
                  </a:cubicBezTo>
                  <a:cubicBezTo>
                    <a:pt x="3937" y="15240"/>
                    <a:pt x="6223" y="11938"/>
                    <a:pt x="9144" y="9017"/>
                  </a:cubicBezTo>
                  <a:cubicBezTo>
                    <a:pt x="12065" y="6096"/>
                    <a:pt x="15367" y="3937"/>
                    <a:pt x="19177" y="2286"/>
                  </a:cubicBezTo>
                  <a:cubicBezTo>
                    <a:pt x="22987" y="635"/>
                    <a:pt x="26924" y="0"/>
                    <a:pt x="30988" y="0"/>
                  </a:cubicBezTo>
                  <a:lnTo>
                    <a:pt x="2845943" y="0"/>
                  </a:lnTo>
                  <a:cubicBezTo>
                    <a:pt x="2850007" y="0"/>
                    <a:pt x="2853944" y="762"/>
                    <a:pt x="2857754" y="2286"/>
                  </a:cubicBezTo>
                  <a:cubicBezTo>
                    <a:pt x="2861564" y="3810"/>
                    <a:pt x="2864866" y="6096"/>
                    <a:pt x="2867787" y="9017"/>
                  </a:cubicBezTo>
                  <a:cubicBezTo>
                    <a:pt x="2870708" y="11938"/>
                    <a:pt x="2872867" y="15240"/>
                    <a:pt x="2874518" y="19050"/>
                  </a:cubicBezTo>
                  <a:cubicBezTo>
                    <a:pt x="2876169" y="22860"/>
                    <a:pt x="2876804" y="26797"/>
                    <a:pt x="2876804" y="30861"/>
                  </a:cubicBezTo>
                  <a:lnTo>
                    <a:pt x="2876804" y="1131443"/>
                  </a:lnTo>
                  <a:cubicBezTo>
                    <a:pt x="2876804" y="1135507"/>
                    <a:pt x="2876042" y="1139444"/>
                    <a:pt x="2874518" y="1143254"/>
                  </a:cubicBezTo>
                  <a:cubicBezTo>
                    <a:pt x="2872994" y="1147064"/>
                    <a:pt x="2870708" y="1150366"/>
                    <a:pt x="2867787" y="1153287"/>
                  </a:cubicBezTo>
                  <a:cubicBezTo>
                    <a:pt x="2864866" y="1156208"/>
                    <a:pt x="2861564" y="1158367"/>
                    <a:pt x="2857754" y="1159891"/>
                  </a:cubicBezTo>
                  <a:cubicBezTo>
                    <a:pt x="2853944" y="1161415"/>
                    <a:pt x="2850007" y="1162304"/>
                    <a:pt x="2845943" y="1162304"/>
                  </a:cubicBezTo>
                  <a:lnTo>
                    <a:pt x="30861" y="1162304"/>
                  </a:lnTo>
                  <a:cubicBezTo>
                    <a:pt x="26797" y="1162304"/>
                    <a:pt x="22860" y="1161542"/>
                    <a:pt x="19050" y="1159891"/>
                  </a:cubicBezTo>
                  <a:cubicBezTo>
                    <a:pt x="15240" y="1158240"/>
                    <a:pt x="11938" y="1156081"/>
                    <a:pt x="9017" y="1153287"/>
                  </a:cubicBezTo>
                  <a:cubicBezTo>
                    <a:pt x="6096" y="1150493"/>
                    <a:pt x="3937" y="1147064"/>
                    <a:pt x="2286" y="1143254"/>
                  </a:cubicBezTo>
                  <a:cubicBezTo>
                    <a:pt x="635" y="1139444"/>
                    <a:pt x="0" y="1135507"/>
                    <a:pt x="0" y="1131443"/>
                  </a:cubicBezTo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28956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895600">
                  <a:moveTo>
                    <a:pt x="0" y="1140841"/>
                  </a:moveTo>
                  <a:lnTo>
                    <a:pt x="0" y="40259"/>
                  </a:lnTo>
                  <a:lnTo>
                    <a:pt x="9525" y="40259"/>
                  </a:lnTo>
                  <a:lnTo>
                    <a:pt x="0" y="40259"/>
                  </a:lnTo>
                  <a:cubicBezTo>
                    <a:pt x="0" y="34925"/>
                    <a:pt x="1016" y="29718"/>
                    <a:pt x="3048" y="24892"/>
                  </a:cubicBezTo>
                  <a:lnTo>
                    <a:pt x="11811" y="28575"/>
                  </a:lnTo>
                  <a:lnTo>
                    <a:pt x="3048" y="24892"/>
                  </a:lnTo>
                  <a:cubicBezTo>
                    <a:pt x="5080" y="19939"/>
                    <a:pt x="8001" y="15621"/>
                    <a:pt x="11811" y="11811"/>
                  </a:cubicBezTo>
                  <a:lnTo>
                    <a:pt x="18542" y="18542"/>
                  </a:lnTo>
                  <a:lnTo>
                    <a:pt x="11811" y="11811"/>
                  </a:lnTo>
                  <a:cubicBezTo>
                    <a:pt x="15621" y="8001"/>
                    <a:pt x="19939" y="5080"/>
                    <a:pt x="24892" y="3048"/>
                  </a:cubicBezTo>
                  <a:lnTo>
                    <a:pt x="24892" y="3048"/>
                  </a:lnTo>
                  <a:lnTo>
                    <a:pt x="24892" y="3048"/>
                  </a:lnTo>
                  <a:cubicBezTo>
                    <a:pt x="29845" y="1016"/>
                    <a:pt x="35052" y="0"/>
                    <a:pt x="40259" y="0"/>
                  </a:cubicBezTo>
                  <a:lnTo>
                    <a:pt x="40259" y="9525"/>
                  </a:lnTo>
                  <a:lnTo>
                    <a:pt x="40259" y="0"/>
                  </a:lnTo>
                  <a:lnTo>
                    <a:pt x="2855341" y="0"/>
                  </a:lnTo>
                  <a:lnTo>
                    <a:pt x="2855341" y="9525"/>
                  </a:lnTo>
                  <a:lnTo>
                    <a:pt x="2855341" y="0"/>
                  </a:lnTo>
                  <a:cubicBezTo>
                    <a:pt x="2860675" y="0"/>
                    <a:pt x="2865882" y="1016"/>
                    <a:pt x="2870708" y="3048"/>
                  </a:cubicBezTo>
                  <a:lnTo>
                    <a:pt x="2870708" y="3048"/>
                  </a:lnTo>
                  <a:lnTo>
                    <a:pt x="2870708" y="3048"/>
                  </a:lnTo>
                  <a:cubicBezTo>
                    <a:pt x="2875661" y="5080"/>
                    <a:pt x="2879979" y="8001"/>
                    <a:pt x="2883789" y="11811"/>
                  </a:cubicBezTo>
                  <a:lnTo>
                    <a:pt x="2877058" y="18542"/>
                  </a:lnTo>
                  <a:lnTo>
                    <a:pt x="2883789" y="11811"/>
                  </a:lnTo>
                  <a:cubicBezTo>
                    <a:pt x="2887599" y="15621"/>
                    <a:pt x="2890520" y="19939"/>
                    <a:pt x="2892552" y="24892"/>
                  </a:cubicBezTo>
                  <a:lnTo>
                    <a:pt x="2883789" y="28575"/>
                  </a:lnTo>
                  <a:lnTo>
                    <a:pt x="2892552" y="24892"/>
                  </a:lnTo>
                  <a:cubicBezTo>
                    <a:pt x="2894584" y="29845"/>
                    <a:pt x="2895600" y="34925"/>
                    <a:pt x="2895600" y="40259"/>
                  </a:cubicBezTo>
                  <a:lnTo>
                    <a:pt x="2886075" y="40259"/>
                  </a:lnTo>
                  <a:lnTo>
                    <a:pt x="2895600" y="40259"/>
                  </a:lnTo>
                  <a:lnTo>
                    <a:pt x="2895600" y="1140841"/>
                  </a:lnTo>
                  <a:lnTo>
                    <a:pt x="2886075" y="1140841"/>
                  </a:lnTo>
                  <a:lnTo>
                    <a:pt x="2895600" y="1140841"/>
                  </a:lnTo>
                  <a:cubicBezTo>
                    <a:pt x="2895600" y="1146175"/>
                    <a:pt x="2894584" y="1151382"/>
                    <a:pt x="2892552" y="1156208"/>
                  </a:cubicBezTo>
                  <a:lnTo>
                    <a:pt x="2883789" y="1152525"/>
                  </a:lnTo>
                  <a:lnTo>
                    <a:pt x="2892552" y="1156208"/>
                  </a:lnTo>
                  <a:cubicBezTo>
                    <a:pt x="2890520" y="1161161"/>
                    <a:pt x="2887599" y="1165479"/>
                    <a:pt x="2883789" y="1169289"/>
                  </a:cubicBezTo>
                  <a:lnTo>
                    <a:pt x="2877058" y="1162558"/>
                  </a:lnTo>
                  <a:lnTo>
                    <a:pt x="2883789" y="1169289"/>
                  </a:lnTo>
                  <a:cubicBezTo>
                    <a:pt x="2879979" y="1173099"/>
                    <a:pt x="2875661" y="1176020"/>
                    <a:pt x="2870708" y="1178052"/>
                  </a:cubicBezTo>
                  <a:lnTo>
                    <a:pt x="2867025" y="1169289"/>
                  </a:lnTo>
                  <a:lnTo>
                    <a:pt x="2870708" y="1178052"/>
                  </a:lnTo>
                  <a:cubicBezTo>
                    <a:pt x="2865755" y="1180084"/>
                    <a:pt x="2860675" y="1181100"/>
                    <a:pt x="2855341" y="1181100"/>
                  </a:cubicBezTo>
                  <a:lnTo>
                    <a:pt x="2855341" y="1171575"/>
                  </a:lnTo>
                  <a:lnTo>
                    <a:pt x="2855341" y="1181100"/>
                  </a:lnTo>
                  <a:lnTo>
                    <a:pt x="40259" y="1181100"/>
                  </a:lnTo>
                  <a:lnTo>
                    <a:pt x="40259" y="1171575"/>
                  </a:lnTo>
                  <a:lnTo>
                    <a:pt x="40259" y="1181100"/>
                  </a:lnTo>
                  <a:cubicBezTo>
                    <a:pt x="34925" y="1181100"/>
                    <a:pt x="29718" y="1180084"/>
                    <a:pt x="24892" y="1178052"/>
                  </a:cubicBezTo>
                  <a:lnTo>
                    <a:pt x="24892" y="1178052"/>
                  </a:lnTo>
                  <a:lnTo>
                    <a:pt x="24892" y="1178052"/>
                  </a:lnTo>
                  <a:cubicBezTo>
                    <a:pt x="19939" y="1176020"/>
                    <a:pt x="15621" y="1173099"/>
                    <a:pt x="11811" y="1169289"/>
                  </a:cubicBezTo>
                  <a:lnTo>
                    <a:pt x="11811" y="1169289"/>
                  </a:lnTo>
                  <a:lnTo>
                    <a:pt x="11811" y="1169289"/>
                  </a:lnTo>
                  <a:cubicBezTo>
                    <a:pt x="8001" y="1165479"/>
                    <a:pt x="5080" y="1161161"/>
                    <a:pt x="3048" y="1156208"/>
                  </a:cubicBezTo>
                  <a:lnTo>
                    <a:pt x="11811" y="1152525"/>
                  </a:lnTo>
                  <a:lnTo>
                    <a:pt x="3048" y="1156208"/>
                  </a:lnTo>
                  <a:cubicBezTo>
                    <a:pt x="1016" y="1151255"/>
                    <a:pt x="0" y="1146048"/>
                    <a:pt x="0" y="1140714"/>
                  </a:cubicBezTo>
                  <a:lnTo>
                    <a:pt x="9525" y="1140714"/>
                  </a:lnTo>
                  <a:lnTo>
                    <a:pt x="0" y="1140714"/>
                  </a:lnTo>
                  <a:moveTo>
                    <a:pt x="19050" y="1140714"/>
                  </a:moveTo>
                  <a:cubicBezTo>
                    <a:pt x="19050" y="1143508"/>
                    <a:pt x="19558" y="1146302"/>
                    <a:pt x="20701" y="1148842"/>
                  </a:cubicBezTo>
                  <a:lnTo>
                    <a:pt x="20701" y="1148842"/>
                  </a:lnTo>
                  <a:lnTo>
                    <a:pt x="20701" y="1148842"/>
                  </a:lnTo>
                  <a:cubicBezTo>
                    <a:pt x="21844" y="1151509"/>
                    <a:pt x="23368" y="1153795"/>
                    <a:pt x="25273" y="1155700"/>
                  </a:cubicBezTo>
                  <a:lnTo>
                    <a:pt x="18542" y="1162431"/>
                  </a:lnTo>
                  <a:lnTo>
                    <a:pt x="25273" y="1155700"/>
                  </a:lnTo>
                  <a:cubicBezTo>
                    <a:pt x="27305" y="1157732"/>
                    <a:pt x="29591" y="1159256"/>
                    <a:pt x="32131" y="1160272"/>
                  </a:cubicBezTo>
                  <a:lnTo>
                    <a:pt x="28448" y="1169035"/>
                  </a:lnTo>
                  <a:lnTo>
                    <a:pt x="32131" y="1160272"/>
                  </a:lnTo>
                  <a:cubicBezTo>
                    <a:pt x="34798" y="1161415"/>
                    <a:pt x="37465" y="1161923"/>
                    <a:pt x="40259" y="1161923"/>
                  </a:cubicBezTo>
                  <a:lnTo>
                    <a:pt x="2855341" y="1161923"/>
                  </a:lnTo>
                  <a:cubicBezTo>
                    <a:pt x="2858135" y="1161923"/>
                    <a:pt x="2860802" y="1161415"/>
                    <a:pt x="2863469" y="1160272"/>
                  </a:cubicBezTo>
                  <a:lnTo>
                    <a:pt x="2863469" y="1160272"/>
                  </a:lnTo>
                  <a:lnTo>
                    <a:pt x="2863469" y="1160272"/>
                  </a:lnTo>
                  <a:cubicBezTo>
                    <a:pt x="2866136" y="1159129"/>
                    <a:pt x="2868422" y="1157605"/>
                    <a:pt x="2870327" y="1155700"/>
                  </a:cubicBezTo>
                  <a:lnTo>
                    <a:pt x="2870327" y="1155700"/>
                  </a:lnTo>
                  <a:lnTo>
                    <a:pt x="2870327" y="1155700"/>
                  </a:lnTo>
                  <a:cubicBezTo>
                    <a:pt x="2872359" y="1153668"/>
                    <a:pt x="2873883" y="1151382"/>
                    <a:pt x="2874899" y="1148842"/>
                  </a:cubicBezTo>
                  <a:cubicBezTo>
                    <a:pt x="2875915" y="1146302"/>
                    <a:pt x="2876550" y="1143508"/>
                    <a:pt x="2876550" y="1140714"/>
                  </a:cubicBezTo>
                  <a:lnTo>
                    <a:pt x="2876550" y="40259"/>
                  </a:lnTo>
                  <a:cubicBezTo>
                    <a:pt x="2876550" y="37465"/>
                    <a:pt x="2876042" y="34798"/>
                    <a:pt x="2874899" y="32131"/>
                  </a:cubicBezTo>
                  <a:lnTo>
                    <a:pt x="2874899" y="32131"/>
                  </a:lnTo>
                  <a:lnTo>
                    <a:pt x="2874899" y="32131"/>
                  </a:lnTo>
                  <a:cubicBezTo>
                    <a:pt x="2873756" y="29464"/>
                    <a:pt x="2872232" y="27178"/>
                    <a:pt x="2870327" y="25273"/>
                  </a:cubicBezTo>
                  <a:lnTo>
                    <a:pt x="2870327" y="25273"/>
                  </a:lnTo>
                  <a:lnTo>
                    <a:pt x="2870327" y="25273"/>
                  </a:lnTo>
                  <a:cubicBezTo>
                    <a:pt x="2868295" y="23241"/>
                    <a:pt x="2866009" y="21717"/>
                    <a:pt x="2863469" y="20701"/>
                  </a:cubicBezTo>
                  <a:lnTo>
                    <a:pt x="2867152" y="11938"/>
                  </a:lnTo>
                  <a:lnTo>
                    <a:pt x="2863469" y="20701"/>
                  </a:lnTo>
                  <a:cubicBezTo>
                    <a:pt x="2860802" y="19558"/>
                    <a:pt x="2858135" y="19050"/>
                    <a:pt x="2855341" y="19050"/>
                  </a:cubicBezTo>
                  <a:lnTo>
                    <a:pt x="40259" y="19050"/>
                  </a:lnTo>
                  <a:cubicBezTo>
                    <a:pt x="37465" y="19050"/>
                    <a:pt x="34798" y="19558"/>
                    <a:pt x="32131" y="20701"/>
                  </a:cubicBezTo>
                  <a:lnTo>
                    <a:pt x="28448" y="11938"/>
                  </a:lnTo>
                  <a:lnTo>
                    <a:pt x="32131" y="20701"/>
                  </a:lnTo>
                  <a:cubicBezTo>
                    <a:pt x="29464" y="21844"/>
                    <a:pt x="27178" y="23368"/>
                    <a:pt x="25273" y="25273"/>
                  </a:cubicBezTo>
                  <a:lnTo>
                    <a:pt x="25273" y="25273"/>
                  </a:lnTo>
                  <a:lnTo>
                    <a:pt x="25273" y="25273"/>
                  </a:lnTo>
                  <a:cubicBezTo>
                    <a:pt x="23241" y="27305"/>
                    <a:pt x="21717" y="29591"/>
                    <a:pt x="20701" y="32131"/>
                  </a:cubicBezTo>
                  <a:lnTo>
                    <a:pt x="20701" y="32131"/>
                  </a:lnTo>
                  <a:lnTo>
                    <a:pt x="20701" y="32131"/>
                  </a:lnTo>
                  <a:cubicBezTo>
                    <a:pt x="19685" y="34671"/>
                    <a:pt x="19050" y="37465"/>
                    <a:pt x="19050" y="40259"/>
                  </a:cubicBezTo>
                  <a:lnTo>
                    <a:pt x="19050" y="1140841"/>
                  </a:lnTo>
                  <a:close/>
                </a:path>
              </a:pathLst>
            </a:custGeom>
            <a:solidFill>
              <a:srgbClr val="2A1999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852416" y="3297936"/>
            <a:ext cx="179832" cy="143256"/>
          </a:xfrm>
          <a:custGeom>
            <a:avLst/>
            <a:gdLst/>
            <a:ahLst/>
            <a:cxnLst/>
            <a:rect r="r" b="b" t="t" l="l"/>
            <a:pathLst>
              <a:path h="143256" w="179832">
                <a:moveTo>
                  <a:pt x="0" y="0"/>
                </a:moveTo>
                <a:lnTo>
                  <a:pt x="179832" y="0"/>
                </a:lnTo>
                <a:lnTo>
                  <a:pt x="179832" y="143256"/>
                </a:lnTo>
                <a:lnTo>
                  <a:pt x="0" y="143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7851772" y="3270247"/>
            <a:ext cx="3022597" cy="1308097"/>
            <a:chOff x="0" y="0"/>
            <a:chExt cx="3022600" cy="130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2898" y="72898"/>
              <a:ext cx="2876804" cy="1162304"/>
            </a:xfrm>
            <a:custGeom>
              <a:avLst/>
              <a:gdLst/>
              <a:ahLst/>
              <a:cxnLst/>
              <a:rect r="r" b="b" t="t" l="l"/>
              <a:pathLst>
                <a:path h="1162304" w="2876804">
                  <a:moveTo>
                    <a:pt x="127" y="1131443"/>
                  </a:moveTo>
                  <a:lnTo>
                    <a:pt x="127" y="30861"/>
                  </a:lnTo>
                  <a:cubicBezTo>
                    <a:pt x="127" y="26797"/>
                    <a:pt x="889" y="22860"/>
                    <a:pt x="2413" y="19050"/>
                  </a:cubicBezTo>
                  <a:cubicBezTo>
                    <a:pt x="3937" y="15240"/>
                    <a:pt x="6223" y="11938"/>
                    <a:pt x="9144" y="9017"/>
                  </a:cubicBezTo>
                  <a:cubicBezTo>
                    <a:pt x="12065" y="6096"/>
                    <a:pt x="15367" y="3937"/>
                    <a:pt x="19177" y="2286"/>
                  </a:cubicBezTo>
                  <a:cubicBezTo>
                    <a:pt x="22987" y="635"/>
                    <a:pt x="26924" y="0"/>
                    <a:pt x="30988" y="0"/>
                  </a:cubicBezTo>
                  <a:lnTo>
                    <a:pt x="2845943" y="0"/>
                  </a:lnTo>
                  <a:cubicBezTo>
                    <a:pt x="2850007" y="0"/>
                    <a:pt x="2853944" y="762"/>
                    <a:pt x="2857754" y="2286"/>
                  </a:cubicBezTo>
                  <a:cubicBezTo>
                    <a:pt x="2861564" y="3810"/>
                    <a:pt x="2864866" y="6096"/>
                    <a:pt x="2867787" y="9017"/>
                  </a:cubicBezTo>
                  <a:cubicBezTo>
                    <a:pt x="2870708" y="11938"/>
                    <a:pt x="2872867" y="15240"/>
                    <a:pt x="2874518" y="19050"/>
                  </a:cubicBezTo>
                  <a:cubicBezTo>
                    <a:pt x="2876169" y="22860"/>
                    <a:pt x="2876804" y="26797"/>
                    <a:pt x="2876804" y="30861"/>
                  </a:cubicBezTo>
                  <a:lnTo>
                    <a:pt x="2876804" y="1131443"/>
                  </a:lnTo>
                  <a:cubicBezTo>
                    <a:pt x="2876804" y="1135507"/>
                    <a:pt x="2876042" y="1139444"/>
                    <a:pt x="2874518" y="1143254"/>
                  </a:cubicBezTo>
                  <a:cubicBezTo>
                    <a:pt x="2872994" y="1147064"/>
                    <a:pt x="2870708" y="1150366"/>
                    <a:pt x="2867787" y="1153287"/>
                  </a:cubicBezTo>
                  <a:cubicBezTo>
                    <a:pt x="2864866" y="1156208"/>
                    <a:pt x="2861564" y="1158367"/>
                    <a:pt x="2857754" y="1159891"/>
                  </a:cubicBezTo>
                  <a:cubicBezTo>
                    <a:pt x="2853944" y="1161415"/>
                    <a:pt x="2850007" y="1162304"/>
                    <a:pt x="2845943" y="1162304"/>
                  </a:cubicBezTo>
                  <a:lnTo>
                    <a:pt x="30861" y="1162304"/>
                  </a:lnTo>
                  <a:cubicBezTo>
                    <a:pt x="26797" y="1162304"/>
                    <a:pt x="22860" y="1161542"/>
                    <a:pt x="19050" y="1159891"/>
                  </a:cubicBezTo>
                  <a:cubicBezTo>
                    <a:pt x="15240" y="1158240"/>
                    <a:pt x="11938" y="1156081"/>
                    <a:pt x="9017" y="1153287"/>
                  </a:cubicBezTo>
                  <a:cubicBezTo>
                    <a:pt x="6096" y="1150493"/>
                    <a:pt x="3937" y="1147064"/>
                    <a:pt x="2286" y="1143254"/>
                  </a:cubicBezTo>
                  <a:cubicBezTo>
                    <a:pt x="635" y="1139444"/>
                    <a:pt x="0" y="1135507"/>
                    <a:pt x="0" y="1131443"/>
                  </a:cubicBezTo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2895600" cy="1181100"/>
            </a:xfrm>
            <a:custGeom>
              <a:avLst/>
              <a:gdLst/>
              <a:ahLst/>
              <a:cxnLst/>
              <a:rect r="r" b="b" t="t" l="l"/>
              <a:pathLst>
                <a:path h="1181100" w="2895600">
                  <a:moveTo>
                    <a:pt x="0" y="1140841"/>
                  </a:moveTo>
                  <a:lnTo>
                    <a:pt x="0" y="40259"/>
                  </a:lnTo>
                  <a:lnTo>
                    <a:pt x="9525" y="40259"/>
                  </a:lnTo>
                  <a:lnTo>
                    <a:pt x="0" y="40259"/>
                  </a:lnTo>
                  <a:cubicBezTo>
                    <a:pt x="0" y="34925"/>
                    <a:pt x="1016" y="29718"/>
                    <a:pt x="3048" y="24892"/>
                  </a:cubicBezTo>
                  <a:lnTo>
                    <a:pt x="11811" y="28575"/>
                  </a:lnTo>
                  <a:lnTo>
                    <a:pt x="3048" y="24892"/>
                  </a:lnTo>
                  <a:cubicBezTo>
                    <a:pt x="5080" y="19939"/>
                    <a:pt x="8001" y="15621"/>
                    <a:pt x="11811" y="11811"/>
                  </a:cubicBezTo>
                  <a:lnTo>
                    <a:pt x="18542" y="18542"/>
                  </a:lnTo>
                  <a:lnTo>
                    <a:pt x="11811" y="11811"/>
                  </a:lnTo>
                  <a:cubicBezTo>
                    <a:pt x="15621" y="8001"/>
                    <a:pt x="19939" y="5080"/>
                    <a:pt x="24892" y="3048"/>
                  </a:cubicBezTo>
                  <a:lnTo>
                    <a:pt x="24892" y="3048"/>
                  </a:lnTo>
                  <a:lnTo>
                    <a:pt x="24892" y="3048"/>
                  </a:lnTo>
                  <a:cubicBezTo>
                    <a:pt x="29845" y="1016"/>
                    <a:pt x="35052" y="0"/>
                    <a:pt x="40259" y="0"/>
                  </a:cubicBezTo>
                  <a:lnTo>
                    <a:pt x="40259" y="9525"/>
                  </a:lnTo>
                  <a:lnTo>
                    <a:pt x="40259" y="0"/>
                  </a:lnTo>
                  <a:lnTo>
                    <a:pt x="2855341" y="0"/>
                  </a:lnTo>
                  <a:lnTo>
                    <a:pt x="2855341" y="9525"/>
                  </a:lnTo>
                  <a:lnTo>
                    <a:pt x="2855341" y="0"/>
                  </a:lnTo>
                  <a:cubicBezTo>
                    <a:pt x="2860675" y="0"/>
                    <a:pt x="2865882" y="1016"/>
                    <a:pt x="2870708" y="3048"/>
                  </a:cubicBezTo>
                  <a:lnTo>
                    <a:pt x="2870708" y="3048"/>
                  </a:lnTo>
                  <a:lnTo>
                    <a:pt x="2870708" y="3048"/>
                  </a:lnTo>
                  <a:cubicBezTo>
                    <a:pt x="2875661" y="5080"/>
                    <a:pt x="2879979" y="8001"/>
                    <a:pt x="2883789" y="11811"/>
                  </a:cubicBezTo>
                  <a:lnTo>
                    <a:pt x="2877058" y="18542"/>
                  </a:lnTo>
                  <a:lnTo>
                    <a:pt x="2883789" y="11811"/>
                  </a:lnTo>
                  <a:cubicBezTo>
                    <a:pt x="2887599" y="15621"/>
                    <a:pt x="2890520" y="19939"/>
                    <a:pt x="2892552" y="24892"/>
                  </a:cubicBezTo>
                  <a:lnTo>
                    <a:pt x="2883789" y="28575"/>
                  </a:lnTo>
                  <a:lnTo>
                    <a:pt x="2892552" y="24892"/>
                  </a:lnTo>
                  <a:cubicBezTo>
                    <a:pt x="2894584" y="29845"/>
                    <a:pt x="2895600" y="34925"/>
                    <a:pt x="2895600" y="40259"/>
                  </a:cubicBezTo>
                  <a:lnTo>
                    <a:pt x="2886075" y="40259"/>
                  </a:lnTo>
                  <a:lnTo>
                    <a:pt x="2895600" y="40259"/>
                  </a:lnTo>
                  <a:lnTo>
                    <a:pt x="2895600" y="1140841"/>
                  </a:lnTo>
                  <a:lnTo>
                    <a:pt x="2886075" y="1140841"/>
                  </a:lnTo>
                  <a:lnTo>
                    <a:pt x="2895600" y="1140841"/>
                  </a:lnTo>
                  <a:cubicBezTo>
                    <a:pt x="2895600" y="1146175"/>
                    <a:pt x="2894584" y="1151382"/>
                    <a:pt x="2892552" y="1156208"/>
                  </a:cubicBezTo>
                  <a:lnTo>
                    <a:pt x="2892552" y="1156208"/>
                  </a:lnTo>
                  <a:lnTo>
                    <a:pt x="2892552" y="1156208"/>
                  </a:lnTo>
                  <a:cubicBezTo>
                    <a:pt x="2890520" y="1161161"/>
                    <a:pt x="2887599" y="1165479"/>
                    <a:pt x="2883789" y="1169289"/>
                  </a:cubicBezTo>
                  <a:lnTo>
                    <a:pt x="2883789" y="1169289"/>
                  </a:lnTo>
                  <a:lnTo>
                    <a:pt x="2883789" y="1169289"/>
                  </a:lnTo>
                  <a:cubicBezTo>
                    <a:pt x="2879979" y="1173099"/>
                    <a:pt x="2875661" y="1176020"/>
                    <a:pt x="2870708" y="1178052"/>
                  </a:cubicBezTo>
                  <a:lnTo>
                    <a:pt x="2870708" y="1178052"/>
                  </a:lnTo>
                  <a:lnTo>
                    <a:pt x="2870708" y="1178052"/>
                  </a:lnTo>
                  <a:cubicBezTo>
                    <a:pt x="2865755" y="1180084"/>
                    <a:pt x="2860675" y="1181100"/>
                    <a:pt x="2855341" y="1181100"/>
                  </a:cubicBezTo>
                  <a:lnTo>
                    <a:pt x="2855341" y="1171575"/>
                  </a:lnTo>
                  <a:lnTo>
                    <a:pt x="2855341" y="1181100"/>
                  </a:lnTo>
                  <a:lnTo>
                    <a:pt x="40259" y="1181100"/>
                  </a:lnTo>
                  <a:lnTo>
                    <a:pt x="40259" y="1171575"/>
                  </a:lnTo>
                  <a:lnTo>
                    <a:pt x="40259" y="1181100"/>
                  </a:lnTo>
                  <a:cubicBezTo>
                    <a:pt x="34925" y="1181100"/>
                    <a:pt x="29718" y="1180084"/>
                    <a:pt x="24892" y="1178052"/>
                  </a:cubicBezTo>
                  <a:lnTo>
                    <a:pt x="24892" y="1178052"/>
                  </a:lnTo>
                  <a:lnTo>
                    <a:pt x="24892" y="1178052"/>
                  </a:lnTo>
                  <a:cubicBezTo>
                    <a:pt x="19939" y="1176020"/>
                    <a:pt x="15621" y="1173099"/>
                    <a:pt x="11811" y="1169289"/>
                  </a:cubicBezTo>
                  <a:lnTo>
                    <a:pt x="11811" y="1169289"/>
                  </a:lnTo>
                  <a:lnTo>
                    <a:pt x="11811" y="1169289"/>
                  </a:lnTo>
                  <a:cubicBezTo>
                    <a:pt x="8001" y="1165479"/>
                    <a:pt x="5080" y="1161161"/>
                    <a:pt x="3048" y="1156208"/>
                  </a:cubicBezTo>
                  <a:lnTo>
                    <a:pt x="11811" y="1152525"/>
                  </a:lnTo>
                  <a:lnTo>
                    <a:pt x="3048" y="1156208"/>
                  </a:lnTo>
                  <a:cubicBezTo>
                    <a:pt x="1016" y="1151255"/>
                    <a:pt x="0" y="1146048"/>
                    <a:pt x="0" y="1140714"/>
                  </a:cubicBezTo>
                  <a:lnTo>
                    <a:pt x="9525" y="1140714"/>
                  </a:lnTo>
                  <a:lnTo>
                    <a:pt x="0" y="1140714"/>
                  </a:lnTo>
                  <a:moveTo>
                    <a:pt x="19050" y="1140714"/>
                  </a:moveTo>
                  <a:cubicBezTo>
                    <a:pt x="19050" y="1143508"/>
                    <a:pt x="19558" y="1146302"/>
                    <a:pt x="20701" y="1148842"/>
                  </a:cubicBezTo>
                  <a:lnTo>
                    <a:pt x="20701" y="1148842"/>
                  </a:lnTo>
                  <a:lnTo>
                    <a:pt x="20701" y="1148842"/>
                  </a:lnTo>
                  <a:cubicBezTo>
                    <a:pt x="21844" y="1151509"/>
                    <a:pt x="23368" y="1153795"/>
                    <a:pt x="25273" y="1155700"/>
                  </a:cubicBezTo>
                  <a:lnTo>
                    <a:pt x="18542" y="1162431"/>
                  </a:lnTo>
                  <a:lnTo>
                    <a:pt x="25273" y="1155700"/>
                  </a:lnTo>
                  <a:cubicBezTo>
                    <a:pt x="27305" y="1157732"/>
                    <a:pt x="29591" y="1159256"/>
                    <a:pt x="32131" y="1160272"/>
                  </a:cubicBezTo>
                  <a:lnTo>
                    <a:pt x="28448" y="1169035"/>
                  </a:lnTo>
                  <a:lnTo>
                    <a:pt x="32131" y="1160272"/>
                  </a:lnTo>
                  <a:cubicBezTo>
                    <a:pt x="34798" y="1161415"/>
                    <a:pt x="37465" y="1161923"/>
                    <a:pt x="40259" y="1161923"/>
                  </a:cubicBezTo>
                  <a:lnTo>
                    <a:pt x="2855341" y="1161923"/>
                  </a:lnTo>
                  <a:cubicBezTo>
                    <a:pt x="2858135" y="1161923"/>
                    <a:pt x="2860802" y="1161415"/>
                    <a:pt x="2863469" y="1160272"/>
                  </a:cubicBezTo>
                  <a:lnTo>
                    <a:pt x="2867152" y="1169035"/>
                  </a:lnTo>
                  <a:lnTo>
                    <a:pt x="2863469" y="1160272"/>
                  </a:lnTo>
                  <a:cubicBezTo>
                    <a:pt x="2866136" y="1159129"/>
                    <a:pt x="2868422" y="1157605"/>
                    <a:pt x="2870327" y="1155700"/>
                  </a:cubicBezTo>
                  <a:lnTo>
                    <a:pt x="2877058" y="1162431"/>
                  </a:lnTo>
                  <a:lnTo>
                    <a:pt x="2870327" y="1155700"/>
                  </a:lnTo>
                  <a:cubicBezTo>
                    <a:pt x="2872359" y="1153668"/>
                    <a:pt x="2873883" y="1151382"/>
                    <a:pt x="2874899" y="1148842"/>
                  </a:cubicBezTo>
                  <a:lnTo>
                    <a:pt x="2883662" y="1152525"/>
                  </a:lnTo>
                  <a:lnTo>
                    <a:pt x="2874899" y="1148842"/>
                  </a:lnTo>
                  <a:cubicBezTo>
                    <a:pt x="2876042" y="1146175"/>
                    <a:pt x="2876550" y="1143508"/>
                    <a:pt x="2876550" y="1140714"/>
                  </a:cubicBezTo>
                  <a:lnTo>
                    <a:pt x="2876550" y="40259"/>
                  </a:lnTo>
                  <a:cubicBezTo>
                    <a:pt x="2876550" y="37465"/>
                    <a:pt x="2876042" y="34798"/>
                    <a:pt x="2874899" y="32131"/>
                  </a:cubicBezTo>
                  <a:lnTo>
                    <a:pt x="2874899" y="32131"/>
                  </a:lnTo>
                  <a:lnTo>
                    <a:pt x="2874899" y="32131"/>
                  </a:lnTo>
                  <a:cubicBezTo>
                    <a:pt x="2873756" y="29464"/>
                    <a:pt x="2872232" y="27178"/>
                    <a:pt x="2870327" y="25273"/>
                  </a:cubicBezTo>
                  <a:lnTo>
                    <a:pt x="2870327" y="25273"/>
                  </a:lnTo>
                  <a:lnTo>
                    <a:pt x="2870327" y="25273"/>
                  </a:lnTo>
                  <a:cubicBezTo>
                    <a:pt x="2868295" y="23241"/>
                    <a:pt x="2866009" y="21717"/>
                    <a:pt x="2863469" y="20701"/>
                  </a:cubicBezTo>
                  <a:lnTo>
                    <a:pt x="2867152" y="11938"/>
                  </a:lnTo>
                  <a:lnTo>
                    <a:pt x="2863469" y="20701"/>
                  </a:lnTo>
                  <a:cubicBezTo>
                    <a:pt x="2860802" y="19558"/>
                    <a:pt x="2858135" y="19050"/>
                    <a:pt x="2855341" y="19050"/>
                  </a:cubicBezTo>
                  <a:lnTo>
                    <a:pt x="40259" y="19050"/>
                  </a:lnTo>
                  <a:cubicBezTo>
                    <a:pt x="37465" y="19050"/>
                    <a:pt x="34798" y="19558"/>
                    <a:pt x="32131" y="20701"/>
                  </a:cubicBezTo>
                  <a:lnTo>
                    <a:pt x="28448" y="11938"/>
                  </a:lnTo>
                  <a:lnTo>
                    <a:pt x="32131" y="20701"/>
                  </a:lnTo>
                  <a:cubicBezTo>
                    <a:pt x="29464" y="21844"/>
                    <a:pt x="27178" y="23368"/>
                    <a:pt x="25273" y="25273"/>
                  </a:cubicBezTo>
                  <a:lnTo>
                    <a:pt x="25273" y="25273"/>
                  </a:lnTo>
                  <a:lnTo>
                    <a:pt x="25273" y="25273"/>
                  </a:lnTo>
                  <a:cubicBezTo>
                    <a:pt x="23241" y="27305"/>
                    <a:pt x="21717" y="29591"/>
                    <a:pt x="20701" y="32131"/>
                  </a:cubicBezTo>
                  <a:lnTo>
                    <a:pt x="20701" y="32131"/>
                  </a:lnTo>
                  <a:lnTo>
                    <a:pt x="20701" y="32131"/>
                  </a:lnTo>
                  <a:cubicBezTo>
                    <a:pt x="19685" y="34671"/>
                    <a:pt x="19050" y="37465"/>
                    <a:pt x="19050" y="40259"/>
                  </a:cubicBezTo>
                  <a:lnTo>
                    <a:pt x="19050" y="1140841"/>
                  </a:lnTo>
                  <a:close/>
                </a:path>
              </a:pathLst>
            </a:custGeom>
            <a:solidFill>
              <a:srgbClr val="2A1999"/>
            </a:solid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7680960" y="4413504"/>
            <a:ext cx="173736" cy="140208"/>
          </a:xfrm>
          <a:custGeom>
            <a:avLst/>
            <a:gdLst/>
            <a:ahLst/>
            <a:cxnLst/>
            <a:rect r="r" b="b" t="t" l="l"/>
            <a:pathLst>
              <a:path h="140208" w="173736">
                <a:moveTo>
                  <a:pt x="0" y="0"/>
                </a:moveTo>
                <a:lnTo>
                  <a:pt x="173736" y="0"/>
                </a:lnTo>
                <a:lnTo>
                  <a:pt x="173736" y="140208"/>
                </a:lnTo>
                <a:lnTo>
                  <a:pt x="0" y="140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173" r="-1754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863840" y="3297936"/>
            <a:ext cx="176784" cy="143256"/>
          </a:xfrm>
          <a:custGeom>
            <a:avLst/>
            <a:gdLst/>
            <a:ahLst/>
            <a:cxnLst/>
            <a:rect r="r" b="b" t="t" l="l"/>
            <a:pathLst>
              <a:path h="143256" w="176784">
                <a:moveTo>
                  <a:pt x="0" y="0"/>
                </a:moveTo>
                <a:lnTo>
                  <a:pt x="176784" y="0"/>
                </a:lnTo>
                <a:lnTo>
                  <a:pt x="176784" y="143256"/>
                </a:lnTo>
                <a:lnTo>
                  <a:pt x="0" y="1432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689336" y="4413504"/>
            <a:ext cx="176784" cy="140208"/>
          </a:xfrm>
          <a:custGeom>
            <a:avLst/>
            <a:gdLst/>
            <a:ahLst/>
            <a:cxnLst/>
            <a:rect r="r" b="b" t="t" l="l"/>
            <a:pathLst>
              <a:path h="140208" w="176784">
                <a:moveTo>
                  <a:pt x="0" y="0"/>
                </a:moveTo>
                <a:lnTo>
                  <a:pt x="176784" y="0"/>
                </a:lnTo>
                <a:lnTo>
                  <a:pt x="176784" y="140208"/>
                </a:lnTo>
                <a:lnTo>
                  <a:pt x="0" y="140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173" r="-1724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4841872" y="4565647"/>
            <a:ext cx="6032497" cy="1127122"/>
            <a:chOff x="0" y="0"/>
            <a:chExt cx="6032500" cy="11271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2898" y="72898"/>
              <a:ext cx="5886704" cy="981202"/>
            </a:xfrm>
            <a:custGeom>
              <a:avLst/>
              <a:gdLst/>
              <a:ahLst/>
              <a:cxnLst/>
              <a:rect r="r" b="b" t="t" l="l"/>
              <a:pathLst>
                <a:path h="981202" w="5886704">
                  <a:moveTo>
                    <a:pt x="127" y="950341"/>
                  </a:moveTo>
                  <a:lnTo>
                    <a:pt x="127" y="30861"/>
                  </a:lnTo>
                  <a:cubicBezTo>
                    <a:pt x="127" y="26797"/>
                    <a:pt x="889" y="22860"/>
                    <a:pt x="2413" y="19050"/>
                  </a:cubicBezTo>
                  <a:cubicBezTo>
                    <a:pt x="3937" y="15240"/>
                    <a:pt x="6223" y="11938"/>
                    <a:pt x="9144" y="9017"/>
                  </a:cubicBezTo>
                  <a:cubicBezTo>
                    <a:pt x="12065" y="6096"/>
                    <a:pt x="15367" y="3937"/>
                    <a:pt x="19177" y="2286"/>
                  </a:cubicBezTo>
                  <a:cubicBezTo>
                    <a:pt x="22987" y="635"/>
                    <a:pt x="26924" y="0"/>
                    <a:pt x="30988" y="0"/>
                  </a:cubicBezTo>
                  <a:lnTo>
                    <a:pt x="5855843" y="0"/>
                  </a:lnTo>
                  <a:cubicBezTo>
                    <a:pt x="5859907" y="0"/>
                    <a:pt x="5863844" y="762"/>
                    <a:pt x="5867654" y="2286"/>
                  </a:cubicBezTo>
                  <a:cubicBezTo>
                    <a:pt x="5871464" y="3810"/>
                    <a:pt x="5874766" y="6096"/>
                    <a:pt x="5877687" y="9017"/>
                  </a:cubicBezTo>
                  <a:cubicBezTo>
                    <a:pt x="5880608" y="11938"/>
                    <a:pt x="5882767" y="15240"/>
                    <a:pt x="5884418" y="19050"/>
                  </a:cubicBezTo>
                  <a:cubicBezTo>
                    <a:pt x="5886069" y="22860"/>
                    <a:pt x="5886704" y="26797"/>
                    <a:pt x="5886704" y="30861"/>
                  </a:cubicBezTo>
                  <a:lnTo>
                    <a:pt x="5886704" y="950341"/>
                  </a:lnTo>
                  <a:cubicBezTo>
                    <a:pt x="5886704" y="954405"/>
                    <a:pt x="5885942" y="958342"/>
                    <a:pt x="5884418" y="962152"/>
                  </a:cubicBezTo>
                  <a:cubicBezTo>
                    <a:pt x="5882894" y="965962"/>
                    <a:pt x="5880608" y="969264"/>
                    <a:pt x="5877687" y="972185"/>
                  </a:cubicBezTo>
                  <a:cubicBezTo>
                    <a:pt x="5874766" y="975106"/>
                    <a:pt x="5871464" y="977265"/>
                    <a:pt x="5867654" y="978789"/>
                  </a:cubicBezTo>
                  <a:cubicBezTo>
                    <a:pt x="5863844" y="980313"/>
                    <a:pt x="5859907" y="981202"/>
                    <a:pt x="5855843" y="981202"/>
                  </a:cubicBezTo>
                  <a:lnTo>
                    <a:pt x="30861" y="981202"/>
                  </a:lnTo>
                  <a:cubicBezTo>
                    <a:pt x="26797" y="981202"/>
                    <a:pt x="22860" y="980440"/>
                    <a:pt x="19050" y="978789"/>
                  </a:cubicBezTo>
                  <a:cubicBezTo>
                    <a:pt x="15240" y="977138"/>
                    <a:pt x="11938" y="974979"/>
                    <a:pt x="9017" y="972185"/>
                  </a:cubicBezTo>
                  <a:cubicBezTo>
                    <a:pt x="6096" y="969391"/>
                    <a:pt x="3937" y="965962"/>
                    <a:pt x="2286" y="962152"/>
                  </a:cubicBezTo>
                  <a:cubicBezTo>
                    <a:pt x="635" y="958342"/>
                    <a:pt x="0" y="954405"/>
                    <a:pt x="0" y="950341"/>
                  </a:cubicBezTo>
                </a:path>
              </a:pathLst>
            </a:custGeom>
            <a:solidFill>
              <a:srgbClr val="272525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5905500" cy="1000125"/>
            </a:xfrm>
            <a:custGeom>
              <a:avLst/>
              <a:gdLst/>
              <a:ahLst/>
              <a:cxnLst/>
              <a:rect r="r" b="b" t="t" l="l"/>
              <a:pathLst>
                <a:path h="1000125" w="5905500">
                  <a:moveTo>
                    <a:pt x="0" y="959739"/>
                  </a:moveTo>
                  <a:lnTo>
                    <a:pt x="0" y="40259"/>
                  </a:lnTo>
                  <a:lnTo>
                    <a:pt x="9525" y="40259"/>
                  </a:lnTo>
                  <a:lnTo>
                    <a:pt x="0" y="40259"/>
                  </a:lnTo>
                  <a:cubicBezTo>
                    <a:pt x="0" y="34925"/>
                    <a:pt x="1016" y="29718"/>
                    <a:pt x="3048" y="24892"/>
                  </a:cubicBezTo>
                  <a:lnTo>
                    <a:pt x="11811" y="28575"/>
                  </a:lnTo>
                  <a:lnTo>
                    <a:pt x="3048" y="24892"/>
                  </a:lnTo>
                  <a:cubicBezTo>
                    <a:pt x="5080" y="19939"/>
                    <a:pt x="8001" y="15494"/>
                    <a:pt x="11811" y="11811"/>
                  </a:cubicBezTo>
                  <a:lnTo>
                    <a:pt x="18542" y="18542"/>
                  </a:lnTo>
                  <a:lnTo>
                    <a:pt x="11811" y="11811"/>
                  </a:lnTo>
                  <a:cubicBezTo>
                    <a:pt x="15621" y="8001"/>
                    <a:pt x="19939" y="5080"/>
                    <a:pt x="24892" y="3048"/>
                  </a:cubicBezTo>
                  <a:lnTo>
                    <a:pt x="24892" y="3048"/>
                  </a:lnTo>
                  <a:lnTo>
                    <a:pt x="24892" y="3048"/>
                  </a:lnTo>
                  <a:cubicBezTo>
                    <a:pt x="29845" y="1016"/>
                    <a:pt x="35052" y="0"/>
                    <a:pt x="40259" y="0"/>
                  </a:cubicBezTo>
                  <a:lnTo>
                    <a:pt x="40259" y="9525"/>
                  </a:lnTo>
                  <a:lnTo>
                    <a:pt x="40259" y="0"/>
                  </a:lnTo>
                  <a:lnTo>
                    <a:pt x="5865241" y="0"/>
                  </a:lnTo>
                  <a:lnTo>
                    <a:pt x="5865241" y="9525"/>
                  </a:lnTo>
                  <a:lnTo>
                    <a:pt x="5865241" y="0"/>
                  </a:lnTo>
                  <a:cubicBezTo>
                    <a:pt x="5870575" y="0"/>
                    <a:pt x="5875782" y="1016"/>
                    <a:pt x="5880608" y="3048"/>
                  </a:cubicBezTo>
                  <a:lnTo>
                    <a:pt x="5880608" y="3048"/>
                  </a:lnTo>
                  <a:lnTo>
                    <a:pt x="5880608" y="3048"/>
                  </a:lnTo>
                  <a:cubicBezTo>
                    <a:pt x="5885561" y="5080"/>
                    <a:pt x="5889879" y="8001"/>
                    <a:pt x="5893689" y="11811"/>
                  </a:cubicBezTo>
                  <a:lnTo>
                    <a:pt x="5886958" y="18542"/>
                  </a:lnTo>
                  <a:lnTo>
                    <a:pt x="5893689" y="11811"/>
                  </a:lnTo>
                  <a:cubicBezTo>
                    <a:pt x="5897499" y="15621"/>
                    <a:pt x="5900420" y="19939"/>
                    <a:pt x="5902452" y="24892"/>
                  </a:cubicBezTo>
                  <a:lnTo>
                    <a:pt x="5893689" y="28575"/>
                  </a:lnTo>
                  <a:lnTo>
                    <a:pt x="5902452" y="24892"/>
                  </a:lnTo>
                  <a:cubicBezTo>
                    <a:pt x="5904484" y="29845"/>
                    <a:pt x="5905500" y="34925"/>
                    <a:pt x="5905500" y="40259"/>
                  </a:cubicBezTo>
                  <a:lnTo>
                    <a:pt x="5895975" y="40259"/>
                  </a:lnTo>
                  <a:lnTo>
                    <a:pt x="5905500" y="40259"/>
                  </a:lnTo>
                  <a:lnTo>
                    <a:pt x="5905500" y="959739"/>
                  </a:lnTo>
                  <a:lnTo>
                    <a:pt x="5895975" y="959739"/>
                  </a:lnTo>
                  <a:lnTo>
                    <a:pt x="5905500" y="959739"/>
                  </a:lnTo>
                  <a:cubicBezTo>
                    <a:pt x="5905500" y="965073"/>
                    <a:pt x="5904484" y="970280"/>
                    <a:pt x="5902452" y="975106"/>
                  </a:cubicBezTo>
                  <a:lnTo>
                    <a:pt x="5902452" y="975106"/>
                  </a:lnTo>
                  <a:lnTo>
                    <a:pt x="5902452" y="975106"/>
                  </a:lnTo>
                  <a:cubicBezTo>
                    <a:pt x="5900420" y="980059"/>
                    <a:pt x="5897499" y="984377"/>
                    <a:pt x="5893689" y="988187"/>
                  </a:cubicBezTo>
                  <a:lnTo>
                    <a:pt x="5893689" y="988187"/>
                  </a:lnTo>
                  <a:lnTo>
                    <a:pt x="5893689" y="988187"/>
                  </a:lnTo>
                  <a:cubicBezTo>
                    <a:pt x="5889879" y="991997"/>
                    <a:pt x="5885561" y="994918"/>
                    <a:pt x="5880608" y="996950"/>
                  </a:cubicBezTo>
                  <a:lnTo>
                    <a:pt x="5880608" y="996950"/>
                  </a:lnTo>
                  <a:lnTo>
                    <a:pt x="5880608" y="996950"/>
                  </a:lnTo>
                  <a:cubicBezTo>
                    <a:pt x="5875655" y="998982"/>
                    <a:pt x="5870575" y="999998"/>
                    <a:pt x="5865241" y="999998"/>
                  </a:cubicBezTo>
                  <a:lnTo>
                    <a:pt x="5865241" y="990600"/>
                  </a:lnTo>
                  <a:lnTo>
                    <a:pt x="5865241" y="1000125"/>
                  </a:lnTo>
                  <a:lnTo>
                    <a:pt x="40259" y="1000125"/>
                  </a:lnTo>
                  <a:lnTo>
                    <a:pt x="40259" y="990600"/>
                  </a:lnTo>
                  <a:lnTo>
                    <a:pt x="40259" y="1000125"/>
                  </a:lnTo>
                  <a:cubicBezTo>
                    <a:pt x="34925" y="1000125"/>
                    <a:pt x="29718" y="999109"/>
                    <a:pt x="24892" y="997077"/>
                  </a:cubicBezTo>
                  <a:lnTo>
                    <a:pt x="24892" y="997077"/>
                  </a:lnTo>
                  <a:lnTo>
                    <a:pt x="24892" y="997077"/>
                  </a:lnTo>
                  <a:cubicBezTo>
                    <a:pt x="19939" y="995045"/>
                    <a:pt x="15621" y="992124"/>
                    <a:pt x="11811" y="988314"/>
                  </a:cubicBezTo>
                  <a:lnTo>
                    <a:pt x="11811" y="988314"/>
                  </a:lnTo>
                  <a:lnTo>
                    <a:pt x="11811" y="988314"/>
                  </a:lnTo>
                  <a:cubicBezTo>
                    <a:pt x="8001" y="984504"/>
                    <a:pt x="5080" y="980186"/>
                    <a:pt x="3048" y="975233"/>
                  </a:cubicBezTo>
                  <a:lnTo>
                    <a:pt x="11811" y="971550"/>
                  </a:lnTo>
                  <a:lnTo>
                    <a:pt x="3048" y="975233"/>
                  </a:lnTo>
                  <a:cubicBezTo>
                    <a:pt x="1016" y="970280"/>
                    <a:pt x="0" y="965073"/>
                    <a:pt x="0" y="959739"/>
                  </a:cubicBezTo>
                  <a:lnTo>
                    <a:pt x="9525" y="959739"/>
                  </a:lnTo>
                  <a:lnTo>
                    <a:pt x="0" y="959739"/>
                  </a:lnTo>
                  <a:moveTo>
                    <a:pt x="19050" y="959739"/>
                  </a:moveTo>
                  <a:cubicBezTo>
                    <a:pt x="19050" y="962533"/>
                    <a:pt x="19558" y="965327"/>
                    <a:pt x="20701" y="967867"/>
                  </a:cubicBezTo>
                  <a:lnTo>
                    <a:pt x="20701" y="967867"/>
                  </a:lnTo>
                  <a:lnTo>
                    <a:pt x="20701" y="967867"/>
                  </a:lnTo>
                  <a:cubicBezTo>
                    <a:pt x="21844" y="970534"/>
                    <a:pt x="23368" y="972820"/>
                    <a:pt x="25273" y="974725"/>
                  </a:cubicBezTo>
                  <a:lnTo>
                    <a:pt x="18542" y="981456"/>
                  </a:lnTo>
                  <a:lnTo>
                    <a:pt x="25273" y="974725"/>
                  </a:lnTo>
                  <a:cubicBezTo>
                    <a:pt x="27305" y="976757"/>
                    <a:pt x="29591" y="978281"/>
                    <a:pt x="32131" y="979297"/>
                  </a:cubicBezTo>
                  <a:lnTo>
                    <a:pt x="28448" y="988060"/>
                  </a:lnTo>
                  <a:lnTo>
                    <a:pt x="32131" y="979297"/>
                  </a:lnTo>
                  <a:cubicBezTo>
                    <a:pt x="34798" y="980440"/>
                    <a:pt x="37465" y="980948"/>
                    <a:pt x="40259" y="980948"/>
                  </a:cubicBezTo>
                  <a:lnTo>
                    <a:pt x="5865241" y="980948"/>
                  </a:lnTo>
                  <a:cubicBezTo>
                    <a:pt x="5868035" y="980948"/>
                    <a:pt x="5870702" y="980440"/>
                    <a:pt x="5873369" y="979297"/>
                  </a:cubicBezTo>
                  <a:lnTo>
                    <a:pt x="5877052" y="988060"/>
                  </a:lnTo>
                  <a:lnTo>
                    <a:pt x="5873369" y="979297"/>
                  </a:lnTo>
                  <a:cubicBezTo>
                    <a:pt x="5876036" y="978154"/>
                    <a:pt x="5878322" y="976630"/>
                    <a:pt x="5880227" y="974725"/>
                  </a:cubicBezTo>
                  <a:lnTo>
                    <a:pt x="5886958" y="981456"/>
                  </a:lnTo>
                  <a:lnTo>
                    <a:pt x="5880227" y="974725"/>
                  </a:lnTo>
                  <a:cubicBezTo>
                    <a:pt x="5882259" y="972693"/>
                    <a:pt x="5883783" y="970407"/>
                    <a:pt x="5884799" y="967867"/>
                  </a:cubicBezTo>
                  <a:lnTo>
                    <a:pt x="5893562" y="971550"/>
                  </a:lnTo>
                  <a:lnTo>
                    <a:pt x="5884799" y="967867"/>
                  </a:lnTo>
                  <a:cubicBezTo>
                    <a:pt x="5885942" y="965200"/>
                    <a:pt x="5886450" y="962533"/>
                    <a:pt x="5886450" y="959739"/>
                  </a:cubicBezTo>
                  <a:lnTo>
                    <a:pt x="5886450" y="40259"/>
                  </a:lnTo>
                  <a:cubicBezTo>
                    <a:pt x="5886450" y="37465"/>
                    <a:pt x="5885942" y="34798"/>
                    <a:pt x="5884799" y="32131"/>
                  </a:cubicBezTo>
                  <a:lnTo>
                    <a:pt x="5884799" y="32131"/>
                  </a:lnTo>
                  <a:lnTo>
                    <a:pt x="5884799" y="32131"/>
                  </a:lnTo>
                  <a:cubicBezTo>
                    <a:pt x="5883656" y="29464"/>
                    <a:pt x="5882132" y="27178"/>
                    <a:pt x="5880227" y="25273"/>
                  </a:cubicBezTo>
                  <a:lnTo>
                    <a:pt x="5880227" y="25273"/>
                  </a:lnTo>
                  <a:lnTo>
                    <a:pt x="5880227" y="25273"/>
                  </a:lnTo>
                  <a:cubicBezTo>
                    <a:pt x="5878195" y="23241"/>
                    <a:pt x="5875909" y="21717"/>
                    <a:pt x="5873369" y="20701"/>
                  </a:cubicBezTo>
                  <a:lnTo>
                    <a:pt x="5877052" y="11938"/>
                  </a:lnTo>
                  <a:lnTo>
                    <a:pt x="5873369" y="20701"/>
                  </a:lnTo>
                  <a:cubicBezTo>
                    <a:pt x="5870702" y="19558"/>
                    <a:pt x="5868035" y="19050"/>
                    <a:pt x="5865241" y="19050"/>
                  </a:cubicBezTo>
                  <a:lnTo>
                    <a:pt x="40259" y="19050"/>
                  </a:lnTo>
                  <a:cubicBezTo>
                    <a:pt x="37465" y="19050"/>
                    <a:pt x="34798" y="19558"/>
                    <a:pt x="32131" y="20701"/>
                  </a:cubicBezTo>
                  <a:lnTo>
                    <a:pt x="28448" y="11938"/>
                  </a:lnTo>
                  <a:lnTo>
                    <a:pt x="32131" y="20701"/>
                  </a:lnTo>
                  <a:cubicBezTo>
                    <a:pt x="29464" y="21844"/>
                    <a:pt x="27178" y="23368"/>
                    <a:pt x="25273" y="25273"/>
                  </a:cubicBezTo>
                  <a:lnTo>
                    <a:pt x="25273" y="25273"/>
                  </a:lnTo>
                  <a:lnTo>
                    <a:pt x="25273" y="25273"/>
                  </a:lnTo>
                  <a:cubicBezTo>
                    <a:pt x="23241" y="27305"/>
                    <a:pt x="21717" y="29591"/>
                    <a:pt x="20701" y="32131"/>
                  </a:cubicBezTo>
                  <a:lnTo>
                    <a:pt x="20701" y="32131"/>
                  </a:lnTo>
                  <a:lnTo>
                    <a:pt x="20701" y="32131"/>
                  </a:lnTo>
                  <a:cubicBezTo>
                    <a:pt x="19685" y="34671"/>
                    <a:pt x="19050" y="37465"/>
                    <a:pt x="19050" y="40259"/>
                  </a:cubicBezTo>
                  <a:lnTo>
                    <a:pt x="19050" y="959739"/>
                  </a:lnTo>
                  <a:close/>
                </a:path>
              </a:pathLst>
            </a:custGeom>
            <a:solidFill>
              <a:srgbClr val="2A1999"/>
            </a:solid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4852416" y="4593336"/>
            <a:ext cx="179832" cy="143256"/>
          </a:xfrm>
          <a:custGeom>
            <a:avLst/>
            <a:gdLst/>
            <a:ahLst/>
            <a:cxnLst/>
            <a:rect r="r" b="b" t="t" l="l"/>
            <a:pathLst>
              <a:path h="143256" w="179832">
                <a:moveTo>
                  <a:pt x="0" y="0"/>
                </a:moveTo>
                <a:lnTo>
                  <a:pt x="179832" y="0"/>
                </a:lnTo>
                <a:lnTo>
                  <a:pt x="179832" y="143256"/>
                </a:lnTo>
                <a:lnTo>
                  <a:pt x="0" y="1432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689336" y="5529072"/>
            <a:ext cx="176784" cy="140208"/>
          </a:xfrm>
          <a:custGeom>
            <a:avLst/>
            <a:gdLst/>
            <a:ahLst/>
            <a:cxnLst/>
            <a:rect r="r" b="b" t="t" l="l"/>
            <a:pathLst>
              <a:path h="140208" w="176784">
                <a:moveTo>
                  <a:pt x="0" y="0"/>
                </a:moveTo>
                <a:lnTo>
                  <a:pt x="176784" y="0"/>
                </a:lnTo>
                <a:lnTo>
                  <a:pt x="176784" y="140208"/>
                </a:lnTo>
                <a:lnTo>
                  <a:pt x="0" y="1402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173" r="-1724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580245" y="8059674"/>
            <a:ext cx="1754505" cy="419100"/>
          </a:xfrm>
          <a:custGeom>
            <a:avLst/>
            <a:gdLst/>
            <a:ahLst/>
            <a:cxnLst/>
            <a:rect r="r" b="b" t="t" l="l"/>
            <a:pathLst>
              <a:path h="419100" w="1754505">
                <a:moveTo>
                  <a:pt x="0" y="0"/>
                </a:moveTo>
                <a:lnTo>
                  <a:pt x="1754505" y="0"/>
                </a:lnTo>
                <a:lnTo>
                  <a:pt x="17545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4906413" y="2444429"/>
            <a:ext cx="4384358" cy="72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b="true" sz="2267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Conclusion: A New Standard for Presentation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25268" y="3379670"/>
            <a:ext cx="34795" cy="325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098113" y="3446345"/>
            <a:ext cx="1535668" cy="25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Impactful</a:t>
            </a:r>
            <a:r>
              <a:rPr lang="en-US" b="true" sz="113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Engagement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00558" y="3708178"/>
            <a:ext cx="33004" cy="2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098113" y="4751270"/>
            <a:ext cx="1988553" cy="25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Enhanced Professional Brand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19770" y="5013103"/>
            <a:ext cx="33004" cy="2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07261" y="3446345"/>
            <a:ext cx="1633214" cy="258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11"/>
              </a:lnSpc>
            </a:pP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Future-Ready</a:t>
            </a:r>
            <a:r>
              <a:rPr lang="en-US" b="true" sz="113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 </a:t>
            </a:r>
            <a:r>
              <a:rPr lang="en-US" b="true" sz="1133">
                <a:solidFill>
                  <a:srgbClr val="E5E0DF"/>
                </a:solidFill>
                <a:latin typeface="Inter Bold"/>
                <a:ea typeface="Inter Bold"/>
                <a:cs typeface="Inter Bold"/>
                <a:sym typeface="Inter Bold"/>
              </a:rPr>
              <a:t>Approach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242583" y="3708178"/>
            <a:ext cx="33004" cy="233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98113" y="3765328"/>
            <a:ext cx="2540518" cy="54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Theproject demonstrateshow a well-designed digital platform can significantly elevate how professional work is perceived and understood.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107261" y="3765328"/>
            <a:ext cx="2418007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Byembracing modern web technologies and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07261" y="3955828"/>
            <a:ext cx="2449592" cy="35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9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design principles, the portfolio is adaptable to future content and viewing requirements.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098113" y="5070253"/>
            <a:ext cx="5639753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Thisdynamicshowcaseservesasapowerful tool for personal branding, attracting new opportunities and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098094" y="5251228"/>
            <a:ext cx="781783" cy="176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collaborations.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943913" y="5679853"/>
            <a:ext cx="5977842" cy="25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6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This project stands as a testament to the power of thoughtful design and strategic technology implementation in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720478" y="6022753"/>
            <a:ext cx="2322890" cy="90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"/>
              </a:lnSpc>
            </a:pPr>
            <a:r>
              <a:rPr lang="en-US" sz="906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creating compelling professional narratives.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72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10001250" y="2108535"/>
            <a:ext cx="11430000" cy="8572500"/>
            <a:chOff x="0" y="0"/>
            <a:chExt cx="11430000" cy="8572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8572246"/>
              <a:ext cx="11430000" cy="254"/>
            </a:xfrm>
            <a:custGeom>
              <a:avLst/>
              <a:gdLst/>
              <a:ahLst/>
              <a:cxnLst/>
              <a:rect r="r" b="b" t="t" l="l"/>
              <a:pathLst>
                <a:path h="254" w="11430000">
                  <a:moveTo>
                    <a:pt x="0" y="0"/>
                  </a:moveTo>
                  <a:lnTo>
                    <a:pt x="0" y="254"/>
                  </a:lnTo>
                  <a:lnTo>
                    <a:pt x="11430000" y="254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257"/>
            <a:ext cx="4286250" cy="8572243"/>
          </a:xfrm>
          <a:custGeom>
            <a:avLst/>
            <a:gdLst/>
            <a:ahLst/>
            <a:cxnLst/>
            <a:rect r="r" b="b" t="t" l="l"/>
            <a:pathLst>
              <a:path h="8572243" w="4286250">
                <a:moveTo>
                  <a:pt x="0" y="0"/>
                </a:moveTo>
                <a:lnTo>
                  <a:pt x="4286250" y="0"/>
                </a:lnTo>
                <a:lnTo>
                  <a:pt x="4286250" y="8572243"/>
                </a:lnTo>
                <a:lnTo>
                  <a:pt x="0" y="8572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841872" y="4632322"/>
            <a:ext cx="3422647" cy="622297"/>
          </a:xfrm>
          <a:custGeom>
            <a:avLst/>
            <a:gdLst/>
            <a:ahLst/>
            <a:cxnLst/>
            <a:rect r="r" b="b" t="t" l="l"/>
            <a:pathLst>
              <a:path h="622297" w="3422647">
                <a:moveTo>
                  <a:pt x="0" y="0"/>
                </a:moveTo>
                <a:lnTo>
                  <a:pt x="3422647" y="0"/>
                </a:lnTo>
                <a:lnTo>
                  <a:pt x="3422647" y="622297"/>
                </a:lnTo>
                <a:lnTo>
                  <a:pt x="0" y="6222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80245" y="8059674"/>
            <a:ext cx="1754505" cy="419100"/>
          </a:xfrm>
          <a:custGeom>
            <a:avLst/>
            <a:gdLst/>
            <a:ahLst/>
            <a:cxnLst/>
            <a:rect r="r" b="b" t="t" l="l"/>
            <a:pathLst>
              <a:path h="419100" w="1754505">
                <a:moveTo>
                  <a:pt x="0" y="0"/>
                </a:moveTo>
                <a:lnTo>
                  <a:pt x="1754505" y="0"/>
                </a:lnTo>
                <a:lnTo>
                  <a:pt x="175450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61987" y="3000575"/>
            <a:ext cx="4907013" cy="420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6"/>
              </a:lnSpc>
            </a:pPr>
            <a:r>
              <a:rPr lang="en-US" b="true" sz="4813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Explore the Code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21887" y="3519992"/>
            <a:ext cx="50778" cy="38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62102" y="3634292"/>
            <a:ext cx="5503478" cy="27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For</a:t>
            </a:r>
            <a:r>
              <a:rPr lang="en-US" sz="13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those</a:t>
            </a:r>
            <a:r>
              <a:rPr lang="en-US" sz="13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interested</a:t>
            </a:r>
            <a:r>
              <a:rPr lang="en-US" sz="13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in</a:t>
            </a:r>
            <a:r>
              <a:rPr lang="en-US" sz="13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the</a:t>
            </a:r>
            <a:r>
              <a:rPr lang="en-US" sz="13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technical</a:t>
            </a:r>
            <a:r>
              <a:rPr lang="en-US" sz="13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implementation</a:t>
            </a:r>
            <a:r>
              <a:rPr lang="en-US" sz="13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and</a:t>
            </a:r>
            <a:r>
              <a:rPr lang="en-US" sz="13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underlying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932312" y="3920042"/>
            <a:ext cx="6019438" cy="55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structureofthisdynamicdigitalportfolio,thefullprojectcodeisavailable on</a:t>
            </a:r>
            <a:r>
              <a:rPr lang="en-US" sz="1394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GitHub.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83521" y="4673937"/>
            <a:ext cx="1303753" cy="38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b="true" sz="1394">
                <a:solidFill>
                  <a:srgbClr val="FFFFFF"/>
                </a:solidFill>
                <a:latin typeface="Inter Semi-Bold"/>
                <a:ea typeface="Inter Semi-Bold"/>
                <a:cs typeface="Inter Semi-Bold"/>
                <a:sym typeface="Inter Semi-Bold"/>
                <a:hlinkClick r:id="rId6" tooltip="https://github.com/your-repo-link-here"/>
              </a:rPr>
              <a:t>View on GitHub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01002" y="4673937"/>
            <a:ext cx="1247670" cy="384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7"/>
              </a:lnSpc>
            </a:pPr>
            <a:r>
              <a:rPr lang="en-US" b="true" sz="1394">
                <a:solidFill>
                  <a:srgbClr val="7B66FF"/>
                </a:solidFill>
                <a:latin typeface="Inter Semi-Bold"/>
                <a:ea typeface="Inter Semi-Bold"/>
                <a:cs typeface="Inter Semi-Bold"/>
                <a:sym typeface="Inter Semi-Bold"/>
                <a:hlinkClick r:id="rId7" tooltip="https://www.gamma.app/example-portfolio-live"/>
              </a:rPr>
              <a:t>See Live Demo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983366" y="5253542"/>
            <a:ext cx="5915139" cy="670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7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Feel free to delve into the codebase, contribute, or adapt it for your own </a:t>
            </a:r>
          </a:p>
          <a:p>
            <a:pPr algn="ctr">
              <a:lnSpc>
                <a:spcPts val="1012"/>
              </a:lnSpc>
            </a:pPr>
            <a:r>
              <a:rPr lang="en-US" sz="1394">
                <a:solidFill>
                  <a:srgbClr val="E5E0DF"/>
                </a:solidFill>
                <a:latin typeface="Inter"/>
                <a:ea typeface="Inter"/>
                <a:cs typeface="Inter"/>
                <a:sym typeface="Inter"/>
              </a:rPr>
              <a:t>projects. Your feedback is highly welcome!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DAGyLzG6DZQ</dc:identifier>
  <dcterms:modified xsi:type="dcterms:W3CDTF">2011-08-01T06:04:30Z</dcterms:modified>
  <cp:revision>1</cp:revision>
  <dc:title>Reimagining-Digital-Portfolios (1).pdf</dc:title>
</cp:coreProperties>
</file>